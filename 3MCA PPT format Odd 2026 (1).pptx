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5"/>
    <p:sldMasterId id="214748365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 uri="GoogleSlidesCustomDataVersion2">
      <go:slidesCustomData xmlns:go="http://customooxmlschemas.google.com/" r:id="rId52" roundtripDataSignature="AMtx7mjfacsQjeLQTl4Wq8LXj0rnjzjV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8FBF52A-729C-4566-B371-E38BB0ACAC22}">
  <a:tblStyle styleId="{58FBF52A-729C-4566-B371-E38BB0ACAC22}" styleName="Table_0">
    <a:wholeTbl>
      <a:tcTxStyle b="off" i="off">
        <a:font>
          <a:latin typeface="Calibri"/>
          <a:ea typeface="Calibri"/>
          <a:cs typeface="Calibri"/>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49A7A708-BC0A-4EE3-89A3-728B4DACB3E8}" styleName="Table_1">
    <a:wholeTbl>
      <a:tcTxStyle b="off" i="off">
        <a:font>
          <a:latin typeface="Calibri"/>
          <a:ea typeface="Calibri"/>
          <a:cs typeface="Calibri"/>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2" Type="http://customschemas.google.com/relationships/presentationmetadata" Target="meta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 name="Google Shape;11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340c2eaaed_0_1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g3340c2eaaed_0_1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 name="Google Shape;122;g3340c2eaaed_0_17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340c2eaaed_0_1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g3340c2eaaed_0_18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g3340c2eaaed_0_18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340c2eaaed_0_1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g3340c2eaaed_0_19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3340c2eaaed_0_19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340c2eaaed_0_1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g3340c2eaaed_0_1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3340c2eaaed_0_19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340c2eaaed_0_21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g3340c2eaaed_0_21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g3340c2eaaed_0_218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340c2eaaed_0_48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0" name="Google Shape;170;g3340c2eaaed_0_4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340c2eaaed_0_57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0" name="Google Shape;180;g3340c2eaaed_0_5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340c2eaaed_0_18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g3340c2eaaed_0_18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340c2eaaed_0_18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340c2eaaed_0_15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g3340c2eaaed_0_150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9" name="Google Shape;199;g3340c2eaaed_0_150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340c2eaaed_0_9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g3340c2eaaed_0_9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7" name="Google Shape;207;g3340c2eaaed_0_9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346804e54d_0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g3346804e54d_0_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5" name="Google Shape;215;g3346804e54d_0_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346804e54d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g3346804e54d_0_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3" name="Google Shape;223;g3346804e54d_0_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346804e54d_0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g3346804e54d_0_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2" name="Google Shape;232;g3346804e54d_0_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346804e54d_0_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 name="Google Shape;240;g3346804e54d_0_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g3346804e54d_0_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346804e54d_0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 name="Google Shape;249;g3346804e54d_0_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0" name="Google Shape;250;g3346804e54d_0_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 name="Google Shape;258;p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9" name="Google Shape;259;p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5" name="Google Shape;295;p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346804e54d_0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2" name="Google Shape;322;g3346804e54d_0_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3" name="Google Shape;323;g3346804e54d_0_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346804e54d_0_7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2" name="Google Shape;332;g3346804e54d_0_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5" name="Google Shape;345;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346804e54d_0_60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9" name="Google Shape;359;g3346804e54d_0_60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346804e54d_0_12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g3346804e54d_0_12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346804e54d_0_140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5" name="Google Shape;375;g3346804e54d_0_14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346804e54d_0_149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4" name="Google Shape;384;g3346804e54d_0_14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346804e54d_0_157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3" name="Google Shape;393;g3346804e54d_0_15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346804e54d_0_189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2" name="Google Shape;402;g3346804e54d_0_18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346804e54d_0_197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0" name="Google Shape;410;g3346804e54d_0_19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346804e54d_0_206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9" name="Google Shape;419;g3346804e54d_0_20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346804e54d_0_230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8" name="Google Shape;428;g3346804e54d_0_23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346804e54d_0_57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7" name="Google Shape;437;g3346804e54d_0_57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346804e54d_0_620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g3346804e54d_0_620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3346804e54d_0_65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5" name="Google Shape;455;g3346804e54d_0_65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346804e54d_0_114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4" name="Google Shape;464;g3346804e54d_0_114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346804e54d_0_1440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3" name="Google Shape;473;g3346804e54d_0_144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346804e54d_0_179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2" name="Google Shape;482;g3346804e54d_0_179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346804e54d_0_1798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g3346804e54d_0_179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346804e54d_0_1800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9" name="Google Shape;499;g3346804e54d_0_180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3346804e54d_0_1800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7" name="Google Shape;507;g3346804e54d_0_180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346804e54d_0_180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5" name="Google Shape;515;g3346804e54d_0_180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3346804e54d_0_175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3" name="Google Shape;523;g3346804e54d_0_175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346804e54d_0_177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g3346804e54d_0_177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346804e54d_0_1787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9" name="Google Shape;539;g3346804e54d_0_178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5" name="Shape 15"/>
        <p:cNvGrpSpPr/>
        <p:nvPr/>
      </p:nvGrpSpPr>
      <p:grpSpPr>
        <a:xfrm>
          <a:off x="0" y="0"/>
          <a:ext cx="0" cy="0"/>
          <a:chOff x="0" y="0"/>
          <a:chExt cx="0" cy="0"/>
        </a:xfrm>
      </p:grpSpPr>
      <p:sp>
        <p:nvSpPr>
          <p:cNvPr id="16" name="Google Shape;16;p9"/>
          <p:cNvSpPr txBox="1"/>
          <p:nvPr>
            <p:ph type="ctrTitle"/>
          </p:nvPr>
        </p:nvSpPr>
        <p:spPr>
          <a:xfrm>
            <a:off x="1600200" y="2386744"/>
            <a:ext cx="8991600" cy="1645920"/>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lvl1pPr lvl="0" algn="ctr">
              <a:lnSpc>
                <a:spcPct val="90000"/>
              </a:lnSpc>
              <a:spcBef>
                <a:spcPts val="0"/>
              </a:spcBef>
              <a:spcAft>
                <a:spcPts val="0"/>
              </a:spcAft>
              <a:buClr>
                <a:srgbClr val="262626"/>
              </a:buClr>
              <a:buSzPts val="3800"/>
              <a:buFont typeface="Bookman Old Style"/>
              <a:buNone/>
              <a:defRPr sz="38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9"/>
          <p:cNvSpPr txBox="1"/>
          <p:nvPr>
            <p:ph idx="1" type="subTitle"/>
          </p:nvPr>
        </p:nvSpPr>
        <p:spPr>
          <a:xfrm>
            <a:off x="2695194" y="4352544"/>
            <a:ext cx="6801612" cy="1239894"/>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1000"/>
              </a:spcBef>
              <a:spcAft>
                <a:spcPts val="0"/>
              </a:spcAft>
              <a:buSzPts val="2000"/>
              <a:buNone/>
              <a:defRPr sz="2000">
                <a:solidFill>
                  <a:srgbClr val="FEFEFE"/>
                </a:solidFill>
              </a:defRPr>
            </a:lvl1pPr>
            <a:lvl2pPr lvl="1" algn="ctr">
              <a:lnSpc>
                <a:spcPct val="100000"/>
              </a:lnSpc>
              <a:spcBef>
                <a:spcPts val="1000"/>
              </a:spcBef>
              <a:spcAft>
                <a:spcPts val="0"/>
              </a:spcAft>
              <a:buSzPts val="2000"/>
              <a:buNone/>
              <a:defRPr sz="2000"/>
            </a:lvl2pPr>
            <a:lvl3pPr lvl="2" algn="ctr">
              <a:lnSpc>
                <a:spcPct val="100000"/>
              </a:lnSpc>
              <a:spcBef>
                <a:spcPts val="1000"/>
              </a:spcBef>
              <a:spcAft>
                <a:spcPts val="0"/>
              </a:spcAft>
              <a:buSzPts val="1800"/>
              <a:buNone/>
              <a:defRPr sz="1800"/>
            </a:lvl3pPr>
            <a:lvl4pPr lvl="3" algn="ctr">
              <a:lnSpc>
                <a:spcPct val="100000"/>
              </a:lnSpc>
              <a:spcBef>
                <a:spcPts val="1000"/>
              </a:spcBef>
              <a:spcAft>
                <a:spcPts val="0"/>
              </a:spcAft>
              <a:buSzPts val="1600"/>
              <a:buNone/>
              <a:defRPr sz="1600"/>
            </a:lvl4pPr>
            <a:lvl5pPr lvl="4" algn="ctr">
              <a:lnSpc>
                <a:spcPct val="100000"/>
              </a:lnSpc>
              <a:spcBef>
                <a:spcPts val="1000"/>
              </a:spcBef>
              <a:spcAft>
                <a:spcPts val="0"/>
              </a:spcAft>
              <a:buSzPts val="1600"/>
              <a:buNone/>
              <a:defRPr sz="1600"/>
            </a:lvl5pPr>
            <a:lvl6pPr lvl="5" algn="ctr">
              <a:lnSpc>
                <a:spcPct val="100000"/>
              </a:lnSpc>
              <a:spcBef>
                <a:spcPts val="1000"/>
              </a:spcBef>
              <a:spcAft>
                <a:spcPts val="0"/>
              </a:spcAft>
              <a:buSzPts val="1600"/>
              <a:buNone/>
              <a:defRPr sz="1600"/>
            </a:lvl6pPr>
            <a:lvl7pPr lvl="6" algn="ctr">
              <a:lnSpc>
                <a:spcPct val="100000"/>
              </a:lnSpc>
              <a:spcBef>
                <a:spcPts val="1000"/>
              </a:spcBef>
              <a:spcAft>
                <a:spcPts val="0"/>
              </a:spcAft>
              <a:buSzPts val="1600"/>
              <a:buNone/>
              <a:defRPr sz="1600"/>
            </a:lvl7pPr>
            <a:lvl8pPr lvl="7" algn="ctr">
              <a:lnSpc>
                <a:spcPct val="100000"/>
              </a:lnSpc>
              <a:spcBef>
                <a:spcPts val="1000"/>
              </a:spcBef>
              <a:spcAft>
                <a:spcPts val="0"/>
              </a:spcAft>
              <a:buSzPts val="1600"/>
              <a:buNone/>
              <a:defRPr sz="1600"/>
            </a:lvl8pPr>
            <a:lvl9pPr lvl="8" algn="ctr">
              <a:lnSpc>
                <a:spcPct val="100000"/>
              </a:lnSpc>
              <a:spcBef>
                <a:spcPts val="1000"/>
              </a:spcBef>
              <a:spcAft>
                <a:spcPts val="0"/>
              </a:spcAft>
              <a:buSzPts val="1600"/>
              <a:buNone/>
              <a:defRPr sz="1600"/>
            </a:lvl9pPr>
          </a:lstStyle>
          <a:p/>
        </p:txBody>
      </p:sp>
      <p:sp>
        <p:nvSpPr>
          <p:cNvPr id="18" name="Google Shape;18;p9"/>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9"/>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9"/>
          <p:cNvSpPr/>
          <p:nvPr>
            <p:ph idx="12" type="sldNum"/>
          </p:nvPr>
        </p:nvSpPr>
        <p:spPr>
          <a:xfrm>
            <a:off x="10758922" y="6217920"/>
            <a:ext cx="365760" cy="365760"/>
          </a:xfrm>
          <a:prstGeom prst="ellipse">
            <a:avLst/>
          </a:prstGeom>
          <a:solidFill>
            <a:srgbClr val="1D1D1D">
              <a:alpha val="69020"/>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9pPr>
          </a:lstStyle>
          <a:p>
            <a:pPr indent="0" lvl="0" marL="0" rtl="0" algn="ctr">
              <a:spcBef>
                <a:spcPts val="0"/>
              </a:spcBef>
              <a:spcAft>
                <a:spcPts val="0"/>
              </a:spcAft>
              <a:buNone/>
            </a:pPr>
            <a:fld id="{00000000-1234-1234-1234-123412341234}" type="slidenum">
              <a:rPr lang="en-IN"/>
              <a:t>‹#›</a:t>
            </a:fld>
            <a:endParaRPr/>
          </a:p>
        </p:txBody>
      </p:sp>
      <p:pic>
        <p:nvPicPr>
          <p:cNvPr id="21" name="Google Shape;21;p9"/>
          <p:cNvPicPr preferRelativeResize="0"/>
          <p:nvPr/>
        </p:nvPicPr>
        <p:blipFill rotWithShape="1">
          <a:blip r:embed="rId2">
            <a:alphaModFix/>
          </a:blip>
          <a:srcRect b="0" l="0" r="0" t="0"/>
          <a:stretch/>
        </p:blipFill>
        <p:spPr>
          <a:xfrm>
            <a:off x="10226037" y="0"/>
            <a:ext cx="1965963" cy="56899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type="obj">
  <p:cSld name="OBJECT">
    <p:spTree>
      <p:nvGrpSpPr>
        <p:cNvPr id="28" name="Shape 28"/>
        <p:cNvGrpSpPr/>
        <p:nvPr/>
      </p:nvGrpSpPr>
      <p:grpSpPr>
        <a:xfrm>
          <a:off x="0" y="0"/>
          <a:ext cx="0" cy="0"/>
          <a:chOff x="0" y="0"/>
          <a:chExt cx="0" cy="0"/>
        </a:xfrm>
      </p:grpSpPr>
      <p:sp>
        <p:nvSpPr>
          <p:cNvPr id="29" name="Google Shape;29;p10"/>
          <p:cNvSpPr txBox="1"/>
          <p:nvPr>
            <p:ph type="title"/>
          </p:nvPr>
        </p:nvSpPr>
        <p:spPr>
          <a:xfrm>
            <a:off x="2231136" y="964692"/>
            <a:ext cx="7729728" cy="1188720"/>
          </a:xfrm>
          <a:prstGeom prst="rect">
            <a:avLst/>
          </a:prstGeom>
          <a:solidFill>
            <a:srgbClr val="FFFFFF"/>
          </a:solidFill>
          <a:ln cap="sq" cmpd="sng" w="31750">
            <a:solidFill>
              <a:srgbClr val="404040"/>
            </a:solidFill>
            <a:prstDash val="solid"/>
            <a:miter lim="8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0"/>
          <p:cNvSpPr txBox="1"/>
          <p:nvPr>
            <p:ph idx="1" type="body"/>
          </p:nvPr>
        </p:nvSpPr>
        <p:spPr>
          <a:xfrm>
            <a:off x="2231136" y="2638044"/>
            <a:ext cx="7729728" cy="310198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31" name="Google Shape;31;p10"/>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0"/>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0"/>
          <p:cNvSpPr/>
          <p:nvPr>
            <p:ph idx="12" type="sldNum"/>
          </p:nvPr>
        </p:nvSpPr>
        <p:spPr>
          <a:xfrm>
            <a:off x="10758922" y="6217920"/>
            <a:ext cx="365760" cy="365760"/>
          </a:xfrm>
          <a:prstGeom prst="ellipse">
            <a:avLst/>
          </a:prstGeom>
          <a:solidFill>
            <a:srgbClr val="1D1D1D">
              <a:alpha val="69020"/>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9pPr>
          </a:lstStyle>
          <a:p>
            <a:pPr indent="0" lvl="0" marL="0" rtl="0" algn="ctr">
              <a:spcBef>
                <a:spcPts val="0"/>
              </a:spcBef>
              <a:spcAft>
                <a:spcPts val="0"/>
              </a:spcAft>
              <a:buNone/>
            </a:pPr>
            <a:fld id="{00000000-1234-1234-1234-123412341234}" type="slidenum">
              <a:rPr lang="en-IN"/>
              <a:t>‹#›</a:t>
            </a:fld>
            <a:endParaRPr/>
          </a:p>
        </p:txBody>
      </p:sp>
      <p:pic>
        <p:nvPicPr>
          <p:cNvPr id="34" name="Google Shape;34;p10"/>
          <p:cNvPicPr preferRelativeResize="0"/>
          <p:nvPr/>
        </p:nvPicPr>
        <p:blipFill rotWithShape="1">
          <a:blip r:embed="rId2">
            <a:alphaModFix/>
          </a:blip>
          <a:srcRect b="0" l="0" r="0" t="0"/>
          <a:stretch/>
        </p:blipFill>
        <p:spPr>
          <a:xfrm>
            <a:off x="10162288" y="0"/>
            <a:ext cx="1997850" cy="578224"/>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35" name="Shape 35"/>
        <p:cNvGrpSpPr/>
        <p:nvPr/>
      </p:nvGrpSpPr>
      <p:grpSpPr>
        <a:xfrm>
          <a:off x="0" y="0"/>
          <a:ext cx="0" cy="0"/>
          <a:chOff x="0" y="0"/>
          <a:chExt cx="0" cy="0"/>
        </a:xfrm>
      </p:grpSpPr>
      <p:sp>
        <p:nvSpPr>
          <p:cNvPr id="36" name="Google Shape;36;p8"/>
          <p:cNvSpPr txBox="1"/>
          <p:nvPr>
            <p:ph type="ctrTitle"/>
          </p:nvPr>
        </p:nvSpPr>
        <p:spPr>
          <a:xfrm>
            <a:off x="1600200" y="2386744"/>
            <a:ext cx="8991600" cy="1645920"/>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lvl1pPr lvl="0" algn="ctr">
              <a:lnSpc>
                <a:spcPct val="90000"/>
              </a:lnSpc>
              <a:spcBef>
                <a:spcPts val="0"/>
              </a:spcBef>
              <a:spcAft>
                <a:spcPts val="0"/>
              </a:spcAft>
              <a:buClr>
                <a:srgbClr val="262626"/>
              </a:buClr>
              <a:buSzPts val="3800"/>
              <a:buFont typeface="Bookman Old Style"/>
              <a:buNone/>
              <a:defRPr sz="38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8"/>
          <p:cNvSpPr txBox="1"/>
          <p:nvPr>
            <p:ph idx="1" type="subTitle"/>
          </p:nvPr>
        </p:nvSpPr>
        <p:spPr>
          <a:xfrm>
            <a:off x="2695194" y="4352544"/>
            <a:ext cx="6801612" cy="1239894"/>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1000"/>
              </a:spcBef>
              <a:spcAft>
                <a:spcPts val="0"/>
              </a:spcAft>
              <a:buSzPts val="2000"/>
              <a:buNone/>
              <a:defRPr sz="2000">
                <a:solidFill>
                  <a:srgbClr val="FEFEFE"/>
                </a:solidFill>
              </a:defRPr>
            </a:lvl1pPr>
            <a:lvl2pPr lvl="1" algn="ctr">
              <a:lnSpc>
                <a:spcPct val="100000"/>
              </a:lnSpc>
              <a:spcBef>
                <a:spcPts val="1000"/>
              </a:spcBef>
              <a:spcAft>
                <a:spcPts val="0"/>
              </a:spcAft>
              <a:buSzPts val="2000"/>
              <a:buNone/>
              <a:defRPr sz="2000"/>
            </a:lvl2pPr>
            <a:lvl3pPr lvl="2" algn="ctr">
              <a:lnSpc>
                <a:spcPct val="100000"/>
              </a:lnSpc>
              <a:spcBef>
                <a:spcPts val="1000"/>
              </a:spcBef>
              <a:spcAft>
                <a:spcPts val="0"/>
              </a:spcAft>
              <a:buSzPts val="1800"/>
              <a:buNone/>
              <a:defRPr sz="1800"/>
            </a:lvl3pPr>
            <a:lvl4pPr lvl="3" algn="ctr">
              <a:lnSpc>
                <a:spcPct val="100000"/>
              </a:lnSpc>
              <a:spcBef>
                <a:spcPts val="1000"/>
              </a:spcBef>
              <a:spcAft>
                <a:spcPts val="0"/>
              </a:spcAft>
              <a:buSzPts val="1600"/>
              <a:buNone/>
              <a:defRPr sz="1600"/>
            </a:lvl4pPr>
            <a:lvl5pPr lvl="4" algn="ctr">
              <a:lnSpc>
                <a:spcPct val="100000"/>
              </a:lnSpc>
              <a:spcBef>
                <a:spcPts val="1000"/>
              </a:spcBef>
              <a:spcAft>
                <a:spcPts val="0"/>
              </a:spcAft>
              <a:buSzPts val="1600"/>
              <a:buNone/>
              <a:defRPr sz="1600"/>
            </a:lvl5pPr>
            <a:lvl6pPr lvl="5" algn="ctr">
              <a:lnSpc>
                <a:spcPct val="100000"/>
              </a:lnSpc>
              <a:spcBef>
                <a:spcPts val="1000"/>
              </a:spcBef>
              <a:spcAft>
                <a:spcPts val="0"/>
              </a:spcAft>
              <a:buSzPts val="1600"/>
              <a:buNone/>
              <a:defRPr sz="1600"/>
            </a:lvl6pPr>
            <a:lvl7pPr lvl="6" algn="ctr">
              <a:lnSpc>
                <a:spcPct val="100000"/>
              </a:lnSpc>
              <a:spcBef>
                <a:spcPts val="1000"/>
              </a:spcBef>
              <a:spcAft>
                <a:spcPts val="0"/>
              </a:spcAft>
              <a:buSzPts val="1600"/>
              <a:buNone/>
              <a:defRPr sz="1600"/>
            </a:lvl7pPr>
            <a:lvl8pPr lvl="7" algn="ctr">
              <a:lnSpc>
                <a:spcPct val="100000"/>
              </a:lnSpc>
              <a:spcBef>
                <a:spcPts val="1000"/>
              </a:spcBef>
              <a:spcAft>
                <a:spcPts val="0"/>
              </a:spcAft>
              <a:buSzPts val="1600"/>
              <a:buNone/>
              <a:defRPr sz="1600"/>
            </a:lvl8pPr>
            <a:lvl9pPr lvl="8" algn="ctr">
              <a:lnSpc>
                <a:spcPct val="100000"/>
              </a:lnSpc>
              <a:spcBef>
                <a:spcPts val="1000"/>
              </a:spcBef>
              <a:spcAft>
                <a:spcPts val="0"/>
              </a:spcAft>
              <a:buSzPts val="1600"/>
              <a:buNone/>
              <a:defRPr sz="1600"/>
            </a:lvl9pPr>
          </a:lstStyle>
          <a:p/>
        </p:txBody>
      </p:sp>
      <p:sp>
        <p:nvSpPr>
          <p:cNvPr id="38" name="Google Shape;38;p8"/>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8"/>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8"/>
          <p:cNvSpPr/>
          <p:nvPr>
            <p:ph idx="12" type="sldNum"/>
          </p:nvPr>
        </p:nvSpPr>
        <p:spPr>
          <a:xfrm>
            <a:off x="10758922" y="6217920"/>
            <a:ext cx="365760" cy="365760"/>
          </a:xfrm>
          <a:prstGeom prst="ellipse">
            <a:avLst/>
          </a:prstGeom>
          <a:solidFill>
            <a:srgbClr val="1D1D1D">
              <a:alpha val="69020"/>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9pPr>
          </a:lstStyle>
          <a:p>
            <a:pPr indent="0" lvl="0" marL="0" rtl="0" algn="ctr">
              <a:spcBef>
                <a:spcPts val="0"/>
              </a:spcBef>
              <a:spcAft>
                <a:spcPts val="0"/>
              </a:spcAft>
              <a:buNone/>
            </a:pPr>
            <a:fld id="{00000000-1234-1234-1234-123412341234}" type="slidenum">
              <a:rPr lang="en-IN"/>
              <a:t>‹#›</a:t>
            </a:fld>
            <a:endParaRPr/>
          </a:p>
        </p:txBody>
      </p:sp>
      <p:pic>
        <p:nvPicPr>
          <p:cNvPr id="41" name="Google Shape;41;p8"/>
          <p:cNvPicPr preferRelativeResize="0"/>
          <p:nvPr/>
        </p:nvPicPr>
        <p:blipFill rotWithShape="1">
          <a:blip r:embed="rId2">
            <a:alphaModFix/>
          </a:blip>
          <a:srcRect b="0" l="0" r="0" t="0"/>
          <a:stretch/>
        </p:blipFill>
        <p:spPr>
          <a:xfrm>
            <a:off x="10226037" y="0"/>
            <a:ext cx="1965963" cy="56899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showMasterSp="0" type="twoObj">
  <p:cSld name="TWO_OBJECTS">
    <p:spTree>
      <p:nvGrpSpPr>
        <p:cNvPr id="42" name="Shape 42"/>
        <p:cNvGrpSpPr/>
        <p:nvPr/>
      </p:nvGrpSpPr>
      <p:grpSpPr>
        <a:xfrm>
          <a:off x="0" y="0"/>
          <a:ext cx="0" cy="0"/>
          <a:chOff x="0" y="0"/>
          <a:chExt cx="0" cy="0"/>
        </a:xfrm>
      </p:grpSpPr>
      <p:sp>
        <p:nvSpPr>
          <p:cNvPr id="43" name="Google Shape;43;p11"/>
          <p:cNvSpPr txBox="1"/>
          <p:nvPr>
            <p:ph type="title"/>
          </p:nvPr>
        </p:nvSpPr>
        <p:spPr>
          <a:xfrm>
            <a:off x="2231136" y="964692"/>
            <a:ext cx="7729728" cy="1188720"/>
          </a:xfrm>
          <a:prstGeom prst="rect">
            <a:avLst/>
          </a:prstGeom>
          <a:solidFill>
            <a:srgbClr val="FFFFFF"/>
          </a:solidFill>
          <a:ln cap="sq" cmpd="sng" w="31750">
            <a:solidFill>
              <a:srgbClr val="404040"/>
            </a:solidFill>
            <a:prstDash val="solid"/>
            <a:miter lim="8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1"/>
          <p:cNvSpPr txBox="1"/>
          <p:nvPr>
            <p:ph idx="1" type="body"/>
          </p:nvPr>
        </p:nvSpPr>
        <p:spPr>
          <a:xfrm>
            <a:off x="1581912" y="2638044"/>
            <a:ext cx="4271771" cy="310198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45" name="Google Shape;45;p11"/>
          <p:cNvSpPr txBox="1"/>
          <p:nvPr>
            <p:ph idx="2" type="body"/>
          </p:nvPr>
        </p:nvSpPr>
        <p:spPr>
          <a:xfrm>
            <a:off x="6338315" y="2638044"/>
            <a:ext cx="4270247" cy="310198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46" name="Google Shape;46;p11"/>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1"/>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1"/>
          <p:cNvSpPr/>
          <p:nvPr>
            <p:ph idx="12" type="sldNum"/>
          </p:nvPr>
        </p:nvSpPr>
        <p:spPr>
          <a:xfrm>
            <a:off x="10758922" y="6217920"/>
            <a:ext cx="365760" cy="365760"/>
          </a:xfrm>
          <a:prstGeom prst="ellipse">
            <a:avLst/>
          </a:prstGeom>
          <a:solidFill>
            <a:srgbClr val="1D1D1D">
              <a:alpha val="69020"/>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9pPr>
          </a:lstStyle>
          <a:p>
            <a:pPr indent="0" lvl="0" marL="0" rtl="0" algn="ctr">
              <a:spcBef>
                <a:spcPts val="0"/>
              </a:spcBef>
              <a:spcAft>
                <a:spcPts val="0"/>
              </a:spcAft>
              <a:buNone/>
            </a:pPr>
            <a:fld id="{00000000-1234-1234-1234-123412341234}" type="slidenum">
              <a:rPr lang="en-IN"/>
              <a:t>‹#›</a:t>
            </a:fld>
            <a:endParaRPr/>
          </a:p>
        </p:txBody>
      </p:sp>
      <p:pic>
        <p:nvPicPr>
          <p:cNvPr id="49" name="Google Shape;49;p11"/>
          <p:cNvPicPr preferRelativeResize="0"/>
          <p:nvPr/>
        </p:nvPicPr>
        <p:blipFill rotWithShape="1">
          <a:blip r:embed="rId2">
            <a:alphaModFix/>
          </a:blip>
          <a:srcRect b="0" l="0" r="0" t="0"/>
          <a:stretch/>
        </p:blipFill>
        <p:spPr>
          <a:xfrm>
            <a:off x="10091217" y="0"/>
            <a:ext cx="2066929" cy="598217"/>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showMasterSp="0" type="twoTxTwoObj">
  <p:cSld name="TWO_OBJECTS_WITH_TEXT">
    <p:spTree>
      <p:nvGrpSpPr>
        <p:cNvPr id="50" name="Shape 50"/>
        <p:cNvGrpSpPr/>
        <p:nvPr/>
      </p:nvGrpSpPr>
      <p:grpSpPr>
        <a:xfrm>
          <a:off x="0" y="0"/>
          <a:ext cx="0" cy="0"/>
          <a:chOff x="0" y="0"/>
          <a:chExt cx="0" cy="0"/>
        </a:xfrm>
      </p:grpSpPr>
      <p:sp>
        <p:nvSpPr>
          <p:cNvPr id="51" name="Google Shape;51;p12"/>
          <p:cNvSpPr txBox="1"/>
          <p:nvPr>
            <p:ph idx="1" type="body"/>
          </p:nvPr>
        </p:nvSpPr>
        <p:spPr>
          <a:xfrm>
            <a:off x="1583436" y="2313433"/>
            <a:ext cx="4270248" cy="704087"/>
          </a:xfrm>
          <a:prstGeom prst="rect">
            <a:avLst/>
          </a:prstGeom>
          <a:noFill/>
          <a:ln>
            <a:noFill/>
          </a:ln>
        </p:spPr>
        <p:txBody>
          <a:bodyPr anchorCtr="1" anchor="b" bIns="45700" lIns="91425" spcFirstLastPara="1" rIns="91425" wrap="square" tIns="45700">
            <a:normAutofit/>
          </a:bodyPr>
          <a:lstStyle>
            <a:lvl1pPr indent="-228600" lvl="0" marL="457200" algn="ctr">
              <a:lnSpc>
                <a:spcPct val="100000"/>
              </a:lnSpc>
              <a:spcBef>
                <a:spcPts val="1000"/>
              </a:spcBef>
              <a:spcAft>
                <a:spcPts val="0"/>
              </a:spcAft>
              <a:buSzPts val="1900"/>
              <a:buNone/>
              <a:defRPr b="0" sz="1900" cap="none">
                <a:solidFill>
                  <a:srgbClr val="6B8890"/>
                </a:solidFill>
              </a:defRPr>
            </a:lvl1pPr>
            <a:lvl2pPr indent="-228600" lvl="1" marL="914400" algn="l">
              <a:lnSpc>
                <a:spcPct val="100000"/>
              </a:lnSpc>
              <a:spcBef>
                <a:spcPts val="1000"/>
              </a:spcBef>
              <a:spcAft>
                <a:spcPts val="0"/>
              </a:spcAft>
              <a:buSzPts val="1900"/>
              <a:buNone/>
              <a:defRPr b="1" sz="1900"/>
            </a:lvl2pPr>
            <a:lvl3pPr indent="-228600" lvl="2" marL="1371600" algn="l">
              <a:lnSpc>
                <a:spcPct val="100000"/>
              </a:lnSpc>
              <a:spcBef>
                <a:spcPts val="1000"/>
              </a:spcBef>
              <a:spcAft>
                <a:spcPts val="0"/>
              </a:spcAft>
              <a:buSzPts val="1800"/>
              <a:buNone/>
              <a:defRPr b="1" sz="1800"/>
            </a:lvl3pPr>
            <a:lvl4pPr indent="-228600" lvl="3" marL="1828800" algn="l">
              <a:lnSpc>
                <a:spcPct val="100000"/>
              </a:lnSpc>
              <a:spcBef>
                <a:spcPts val="1000"/>
              </a:spcBef>
              <a:spcAft>
                <a:spcPts val="0"/>
              </a:spcAft>
              <a:buSzPts val="1600"/>
              <a:buNone/>
              <a:defRPr b="1" sz="1600"/>
            </a:lvl4pPr>
            <a:lvl5pPr indent="-228600" lvl="4" marL="2286000" algn="l">
              <a:lnSpc>
                <a:spcPct val="100000"/>
              </a:lnSpc>
              <a:spcBef>
                <a:spcPts val="1000"/>
              </a:spcBef>
              <a:spcAft>
                <a:spcPts val="0"/>
              </a:spcAft>
              <a:buSzPts val="1600"/>
              <a:buNone/>
              <a:defRPr b="1" sz="1600"/>
            </a:lvl5pPr>
            <a:lvl6pPr indent="-228600" lvl="5" marL="2743200" algn="l">
              <a:lnSpc>
                <a:spcPct val="100000"/>
              </a:lnSpc>
              <a:spcBef>
                <a:spcPts val="1000"/>
              </a:spcBef>
              <a:spcAft>
                <a:spcPts val="0"/>
              </a:spcAft>
              <a:buSzPts val="1600"/>
              <a:buNone/>
              <a:defRPr b="1" sz="1600"/>
            </a:lvl6pPr>
            <a:lvl7pPr indent="-228600" lvl="6" marL="3200400" algn="l">
              <a:lnSpc>
                <a:spcPct val="100000"/>
              </a:lnSpc>
              <a:spcBef>
                <a:spcPts val="1000"/>
              </a:spcBef>
              <a:spcAft>
                <a:spcPts val="0"/>
              </a:spcAft>
              <a:buSzPts val="1600"/>
              <a:buNone/>
              <a:defRPr b="1" sz="1600"/>
            </a:lvl7pPr>
            <a:lvl8pPr indent="-228600" lvl="7" marL="3657600" algn="l">
              <a:lnSpc>
                <a:spcPct val="100000"/>
              </a:lnSpc>
              <a:spcBef>
                <a:spcPts val="1000"/>
              </a:spcBef>
              <a:spcAft>
                <a:spcPts val="0"/>
              </a:spcAft>
              <a:buSzPts val="1600"/>
              <a:buNone/>
              <a:defRPr b="1" sz="1600"/>
            </a:lvl8pPr>
            <a:lvl9pPr indent="-228600" lvl="8" marL="4114800" algn="l">
              <a:lnSpc>
                <a:spcPct val="100000"/>
              </a:lnSpc>
              <a:spcBef>
                <a:spcPts val="1000"/>
              </a:spcBef>
              <a:spcAft>
                <a:spcPts val="0"/>
              </a:spcAft>
              <a:buSzPts val="1600"/>
              <a:buNone/>
              <a:defRPr b="1" sz="1600"/>
            </a:lvl9pPr>
          </a:lstStyle>
          <a:p/>
        </p:txBody>
      </p:sp>
      <p:sp>
        <p:nvSpPr>
          <p:cNvPr id="52" name="Google Shape;52;p12"/>
          <p:cNvSpPr txBox="1"/>
          <p:nvPr>
            <p:ph idx="2" type="body"/>
          </p:nvPr>
        </p:nvSpPr>
        <p:spPr>
          <a:xfrm>
            <a:off x="1583436" y="3143250"/>
            <a:ext cx="4270248" cy="2596776"/>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53" name="Google Shape;53;p12"/>
          <p:cNvSpPr txBox="1"/>
          <p:nvPr>
            <p:ph idx="3" type="body"/>
          </p:nvPr>
        </p:nvSpPr>
        <p:spPr>
          <a:xfrm>
            <a:off x="6338316" y="3143250"/>
            <a:ext cx="4253484" cy="2596776"/>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30200" lvl="4" marL="2286000" algn="l">
              <a:lnSpc>
                <a:spcPct val="100000"/>
              </a:lnSpc>
              <a:spcBef>
                <a:spcPts val="1000"/>
              </a:spcBef>
              <a:spcAft>
                <a:spcPts val="0"/>
              </a:spcAft>
              <a:buSzPts val="16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54" name="Google Shape;54;p12"/>
          <p:cNvSpPr txBox="1"/>
          <p:nvPr>
            <p:ph idx="4" type="body"/>
          </p:nvPr>
        </p:nvSpPr>
        <p:spPr>
          <a:xfrm>
            <a:off x="6338316" y="2313433"/>
            <a:ext cx="4270248" cy="704087"/>
          </a:xfrm>
          <a:prstGeom prst="rect">
            <a:avLst/>
          </a:prstGeom>
          <a:noFill/>
          <a:ln>
            <a:noFill/>
          </a:ln>
        </p:spPr>
        <p:txBody>
          <a:bodyPr anchorCtr="1" anchor="b" bIns="45700" lIns="91425" spcFirstLastPara="1" rIns="91425" wrap="square" tIns="45700">
            <a:normAutofit/>
          </a:bodyPr>
          <a:lstStyle>
            <a:lvl1pPr indent="-228600" lvl="0" marL="457200" algn="ctr">
              <a:lnSpc>
                <a:spcPct val="100000"/>
              </a:lnSpc>
              <a:spcBef>
                <a:spcPts val="1000"/>
              </a:spcBef>
              <a:spcAft>
                <a:spcPts val="0"/>
              </a:spcAft>
              <a:buSzPts val="1900"/>
              <a:buNone/>
              <a:defRPr b="0" sz="1900" cap="none">
                <a:solidFill>
                  <a:srgbClr val="6B8890"/>
                </a:solidFill>
              </a:defRPr>
            </a:lvl1pPr>
            <a:lvl2pPr indent="-228600" lvl="1" marL="914400" algn="l">
              <a:lnSpc>
                <a:spcPct val="100000"/>
              </a:lnSpc>
              <a:spcBef>
                <a:spcPts val="1000"/>
              </a:spcBef>
              <a:spcAft>
                <a:spcPts val="0"/>
              </a:spcAft>
              <a:buSzPts val="1900"/>
              <a:buNone/>
              <a:defRPr b="1" sz="1900"/>
            </a:lvl2pPr>
            <a:lvl3pPr indent="-228600" lvl="2" marL="1371600" algn="l">
              <a:lnSpc>
                <a:spcPct val="100000"/>
              </a:lnSpc>
              <a:spcBef>
                <a:spcPts val="1000"/>
              </a:spcBef>
              <a:spcAft>
                <a:spcPts val="0"/>
              </a:spcAft>
              <a:buSzPts val="1800"/>
              <a:buNone/>
              <a:defRPr b="1" sz="1800"/>
            </a:lvl3pPr>
            <a:lvl4pPr indent="-228600" lvl="3" marL="1828800" algn="l">
              <a:lnSpc>
                <a:spcPct val="100000"/>
              </a:lnSpc>
              <a:spcBef>
                <a:spcPts val="1000"/>
              </a:spcBef>
              <a:spcAft>
                <a:spcPts val="0"/>
              </a:spcAft>
              <a:buSzPts val="1600"/>
              <a:buNone/>
              <a:defRPr b="1" sz="1600"/>
            </a:lvl4pPr>
            <a:lvl5pPr indent="-228600" lvl="4" marL="2286000" algn="l">
              <a:lnSpc>
                <a:spcPct val="100000"/>
              </a:lnSpc>
              <a:spcBef>
                <a:spcPts val="1000"/>
              </a:spcBef>
              <a:spcAft>
                <a:spcPts val="0"/>
              </a:spcAft>
              <a:buSzPts val="1600"/>
              <a:buNone/>
              <a:defRPr b="1" sz="1600"/>
            </a:lvl5pPr>
            <a:lvl6pPr indent="-228600" lvl="5" marL="2743200" algn="l">
              <a:lnSpc>
                <a:spcPct val="100000"/>
              </a:lnSpc>
              <a:spcBef>
                <a:spcPts val="1000"/>
              </a:spcBef>
              <a:spcAft>
                <a:spcPts val="0"/>
              </a:spcAft>
              <a:buSzPts val="1600"/>
              <a:buNone/>
              <a:defRPr b="1" sz="1600"/>
            </a:lvl6pPr>
            <a:lvl7pPr indent="-228600" lvl="6" marL="3200400" algn="l">
              <a:lnSpc>
                <a:spcPct val="100000"/>
              </a:lnSpc>
              <a:spcBef>
                <a:spcPts val="1000"/>
              </a:spcBef>
              <a:spcAft>
                <a:spcPts val="0"/>
              </a:spcAft>
              <a:buSzPts val="1600"/>
              <a:buNone/>
              <a:defRPr b="1" sz="1600"/>
            </a:lvl7pPr>
            <a:lvl8pPr indent="-228600" lvl="7" marL="3657600" algn="l">
              <a:lnSpc>
                <a:spcPct val="100000"/>
              </a:lnSpc>
              <a:spcBef>
                <a:spcPts val="1000"/>
              </a:spcBef>
              <a:spcAft>
                <a:spcPts val="0"/>
              </a:spcAft>
              <a:buSzPts val="1600"/>
              <a:buNone/>
              <a:defRPr b="1" sz="1600"/>
            </a:lvl8pPr>
            <a:lvl9pPr indent="-228600" lvl="8" marL="4114800" algn="l">
              <a:lnSpc>
                <a:spcPct val="100000"/>
              </a:lnSpc>
              <a:spcBef>
                <a:spcPts val="1000"/>
              </a:spcBef>
              <a:spcAft>
                <a:spcPts val="0"/>
              </a:spcAft>
              <a:buSzPts val="1600"/>
              <a:buNone/>
              <a:defRPr b="1" sz="1600"/>
            </a:lvl9pPr>
          </a:lstStyle>
          <a:p/>
        </p:txBody>
      </p:sp>
      <p:sp>
        <p:nvSpPr>
          <p:cNvPr id="55" name="Google Shape;55;p12"/>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2"/>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2"/>
          <p:cNvSpPr/>
          <p:nvPr>
            <p:ph idx="12" type="sldNum"/>
          </p:nvPr>
        </p:nvSpPr>
        <p:spPr>
          <a:xfrm>
            <a:off x="10758922" y="6217920"/>
            <a:ext cx="365760" cy="365760"/>
          </a:xfrm>
          <a:prstGeom prst="ellipse">
            <a:avLst/>
          </a:prstGeom>
          <a:solidFill>
            <a:srgbClr val="1D1D1D">
              <a:alpha val="69020"/>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9pPr>
          </a:lstStyle>
          <a:p>
            <a:pPr indent="0" lvl="0" marL="0" rtl="0" algn="ctr">
              <a:spcBef>
                <a:spcPts val="0"/>
              </a:spcBef>
              <a:spcAft>
                <a:spcPts val="0"/>
              </a:spcAft>
              <a:buNone/>
            </a:pPr>
            <a:fld id="{00000000-1234-1234-1234-123412341234}" type="slidenum">
              <a:rPr lang="en-IN"/>
              <a:t>‹#›</a:t>
            </a:fld>
            <a:endParaRPr/>
          </a:p>
        </p:txBody>
      </p:sp>
      <p:sp>
        <p:nvSpPr>
          <p:cNvPr id="58" name="Google Shape;58;p12"/>
          <p:cNvSpPr txBox="1"/>
          <p:nvPr>
            <p:ph type="title"/>
          </p:nvPr>
        </p:nvSpPr>
        <p:spPr>
          <a:xfrm>
            <a:off x="2231136" y="964692"/>
            <a:ext cx="7729728" cy="1188720"/>
          </a:xfrm>
          <a:prstGeom prst="rect">
            <a:avLst/>
          </a:prstGeom>
          <a:solidFill>
            <a:srgbClr val="FFFFFF"/>
          </a:solidFill>
          <a:ln cap="sq" cmpd="sng" w="31750">
            <a:solidFill>
              <a:srgbClr val="404040"/>
            </a:solidFill>
            <a:prstDash val="solid"/>
            <a:miter lim="8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59" name="Google Shape;59;p12"/>
          <p:cNvPicPr preferRelativeResize="0"/>
          <p:nvPr/>
        </p:nvPicPr>
        <p:blipFill rotWithShape="1">
          <a:blip r:embed="rId2">
            <a:alphaModFix/>
          </a:blip>
          <a:srcRect b="0" l="0" r="0" t="0"/>
          <a:stretch/>
        </p:blipFill>
        <p:spPr>
          <a:xfrm>
            <a:off x="10022907" y="1"/>
            <a:ext cx="2137230" cy="618564"/>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60" name="Shape 60"/>
        <p:cNvGrpSpPr/>
        <p:nvPr/>
      </p:nvGrpSpPr>
      <p:grpSpPr>
        <a:xfrm>
          <a:off x="0" y="0"/>
          <a:ext cx="0" cy="0"/>
          <a:chOff x="0" y="0"/>
          <a:chExt cx="0" cy="0"/>
        </a:xfrm>
      </p:grpSpPr>
      <p:sp>
        <p:nvSpPr>
          <p:cNvPr id="61" name="Google Shape;61;p13"/>
          <p:cNvSpPr/>
          <p:nvPr/>
        </p:nvSpPr>
        <p:spPr>
          <a:xfrm>
            <a:off x="0" y="0"/>
            <a:ext cx="6096000"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13"/>
          <p:cNvSpPr txBox="1"/>
          <p:nvPr>
            <p:ph type="title"/>
          </p:nvPr>
        </p:nvSpPr>
        <p:spPr>
          <a:xfrm>
            <a:off x="804672" y="2243828"/>
            <a:ext cx="4486656" cy="1141497"/>
          </a:xfrm>
          <a:prstGeom prst="rect">
            <a:avLst/>
          </a:prstGeom>
          <a:solidFill>
            <a:srgbClr val="FFFFFF"/>
          </a:solidFill>
          <a:ln cap="flat" cmpd="sng" w="9525">
            <a:solidFill>
              <a:srgbClr val="404040"/>
            </a:solidFill>
            <a:prstDash val="solid"/>
            <a:round/>
            <a:headEnd len="sm" w="sm" type="none"/>
            <a:tailEnd len="sm" w="sm" type="none"/>
          </a:ln>
        </p:spPr>
        <p:txBody>
          <a:bodyPr anchorCtr="1" anchor="ctr" bIns="182875" lIns="182875" spcFirstLastPara="1" rIns="182875" wrap="square" tIns="182875">
            <a:normAutofit/>
          </a:bodyPr>
          <a:lstStyle>
            <a:lvl1pPr lvl="0" algn="ctr">
              <a:lnSpc>
                <a:spcPct val="90000"/>
              </a:lnSpc>
              <a:spcBef>
                <a:spcPts val="0"/>
              </a:spcBef>
              <a:spcAft>
                <a:spcPts val="0"/>
              </a:spcAft>
              <a:buClr>
                <a:srgbClr val="262626"/>
              </a:buClr>
              <a:buSzPts val="2200"/>
              <a:buFont typeface="Bookman Old Style"/>
              <a:buNone/>
              <a:defRPr sz="22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3"/>
          <p:cNvSpPr txBox="1"/>
          <p:nvPr>
            <p:ph idx="1" type="body"/>
          </p:nvPr>
        </p:nvSpPr>
        <p:spPr>
          <a:xfrm>
            <a:off x="6736080" y="804672"/>
            <a:ext cx="4815840" cy="5248656"/>
          </a:xfrm>
          <a:prstGeom prst="rect">
            <a:avLst/>
          </a:prstGeom>
          <a:noFill/>
          <a:ln>
            <a:noFill/>
          </a:ln>
        </p:spPr>
        <p:txBody>
          <a:bodyPr anchorCtr="0" anchor="t" bIns="45700" lIns="91425" spcFirstLastPara="1" rIns="91425" wrap="square" tIns="45700">
            <a:normAutofit/>
          </a:bodyPr>
          <a:lstStyle>
            <a:lvl1pPr indent="-349250" lvl="0" marL="457200" algn="l">
              <a:lnSpc>
                <a:spcPct val="100000"/>
              </a:lnSpc>
              <a:spcBef>
                <a:spcPts val="1000"/>
              </a:spcBef>
              <a:spcAft>
                <a:spcPts val="0"/>
              </a:spcAft>
              <a:buSzPts val="1900"/>
              <a:buChar char="•"/>
              <a:defRPr sz="1900">
                <a:solidFill>
                  <a:schemeClr val="dk1"/>
                </a:solidFill>
              </a:defRPr>
            </a:lvl1pPr>
            <a:lvl2pPr indent="-330200" lvl="1" marL="914400" algn="l">
              <a:lnSpc>
                <a:spcPct val="100000"/>
              </a:lnSpc>
              <a:spcBef>
                <a:spcPts val="1000"/>
              </a:spcBef>
              <a:spcAft>
                <a:spcPts val="0"/>
              </a:spcAft>
              <a:buSzPts val="1600"/>
              <a:buChar char="•"/>
              <a:defRPr sz="1600">
                <a:solidFill>
                  <a:schemeClr val="dk1"/>
                </a:solidFill>
              </a:defRPr>
            </a:lvl2pPr>
            <a:lvl3pPr indent="-330200" lvl="2" marL="1371600" algn="l">
              <a:lnSpc>
                <a:spcPct val="100000"/>
              </a:lnSpc>
              <a:spcBef>
                <a:spcPts val="1000"/>
              </a:spcBef>
              <a:spcAft>
                <a:spcPts val="0"/>
              </a:spcAft>
              <a:buSzPts val="1600"/>
              <a:buChar char="•"/>
              <a:defRPr sz="1600">
                <a:solidFill>
                  <a:schemeClr val="dk1"/>
                </a:solidFill>
              </a:defRPr>
            </a:lvl3pPr>
            <a:lvl4pPr indent="-330200" lvl="3" marL="1828800" algn="l">
              <a:lnSpc>
                <a:spcPct val="100000"/>
              </a:lnSpc>
              <a:spcBef>
                <a:spcPts val="1000"/>
              </a:spcBef>
              <a:spcAft>
                <a:spcPts val="0"/>
              </a:spcAft>
              <a:buSzPts val="1600"/>
              <a:buChar char="•"/>
              <a:defRPr sz="1600">
                <a:solidFill>
                  <a:schemeClr val="dk1"/>
                </a:solidFill>
              </a:defRPr>
            </a:lvl4pPr>
            <a:lvl5pPr indent="-330200" lvl="4" marL="2286000" algn="l">
              <a:lnSpc>
                <a:spcPct val="100000"/>
              </a:lnSpc>
              <a:spcBef>
                <a:spcPts val="1000"/>
              </a:spcBef>
              <a:spcAft>
                <a:spcPts val="0"/>
              </a:spcAft>
              <a:buSzPts val="1600"/>
              <a:buChar char="•"/>
              <a:defRPr sz="1600">
                <a:solidFill>
                  <a:schemeClr val="dk1"/>
                </a:solidFill>
              </a:defRPr>
            </a:lvl5pPr>
            <a:lvl6pPr indent="-330200" lvl="5" marL="2743200" algn="l">
              <a:lnSpc>
                <a:spcPct val="100000"/>
              </a:lnSpc>
              <a:spcBef>
                <a:spcPts val="1000"/>
              </a:spcBef>
              <a:spcAft>
                <a:spcPts val="0"/>
              </a:spcAft>
              <a:buSzPts val="1600"/>
              <a:buChar char="•"/>
              <a:defRPr sz="1600"/>
            </a:lvl6pPr>
            <a:lvl7pPr indent="-330200" lvl="6" marL="3200400" algn="l">
              <a:lnSpc>
                <a:spcPct val="100000"/>
              </a:lnSpc>
              <a:spcBef>
                <a:spcPts val="1000"/>
              </a:spcBef>
              <a:spcAft>
                <a:spcPts val="0"/>
              </a:spcAft>
              <a:buSzPts val="1600"/>
              <a:buChar char="•"/>
              <a:defRPr sz="1600"/>
            </a:lvl7pPr>
            <a:lvl8pPr indent="-330200" lvl="7" marL="3657600" algn="l">
              <a:lnSpc>
                <a:spcPct val="100000"/>
              </a:lnSpc>
              <a:spcBef>
                <a:spcPts val="1000"/>
              </a:spcBef>
              <a:spcAft>
                <a:spcPts val="0"/>
              </a:spcAft>
              <a:buSzPts val="1600"/>
              <a:buChar char="•"/>
              <a:defRPr sz="1600"/>
            </a:lvl8pPr>
            <a:lvl9pPr indent="-330200" lvl="8" marL="4114800" algn="l">
              <a:lnSpc>
                <a:spcPct val="100000"/>
              </a:lnSpc>
              <a:spcBef>
                <a:spcPts val="1000"/>
              </a:spcBef>
              <a:spcAft>
                <a:spcPts val="0"/>
              </a:spcAft>
              <a:buSzPts val="1600"/>
              <a:buChar char="•"/>
              <a:defRPr sz="1600"/>
            </a:lvl9pPr>
          </a:lstStyle>
          <a:p/>
        </p:txBody>
      </p:sp>
      <p:sp>
        <p:nvSpPr>
          <p:cNvPr id="64" name="Google Shape;64;p13"/>
          <p:cNvSpPr txBox="1"/>
          <p:nvPr>
            <p:ph idx="2" type="body"/>
          </p:nvPr>
        </p:nvSpPr>
        <p:spPr>
          <a:xfrm>
            <a:off x="1115568" y="3549918"/>
            <a:ext cx="3794760" cy="2194036"/>
          </a:xfrm>
          <a:prstGeom prst="rect">
            <a:avLst/>
          </a:prstGeom>
          <a:noFill/>
          <a:ln>
            <a:noFill/>
          </a:ln>
        </p:spPr>
        <p:txBody>
          <a:bodyPr anchorCtr="1" anchor="t" bIns="45700" lIns="91425" spcFirstLastPara="1" rIns="91425" wrap="square" tIns="45700">
            <a:normAutofit/>
          </a:bodyPr>
          <a:lstStyle>
            <a:lvl1pPr indent="-228600" lvl="0" marL="457200" algn="ctr">
              <a:lnSpc>
                <a:spcPct val="100000"/>
              </a:lnSpc>
              <a:spcBef>
                <a:spcPts val="1000"/>
              </a:spcBef>
              <a:spcAft>
                <a:spcPts val="0"/>
              </a:spcAft>
              <a:buSzPts val="1500"/>
              <a:buNone/>
              <a:defRPr sz="1500">
                <a:solidFill>
                  <a:srgbClr val="FFFFFF"/>
                </a:solidFill>
              </a:defRPr>
            </a:lvl1pPr>
            <a:lvl2pPr indent="-228600" lvl="1" marL="914400" algn="l">
              <a:lnSpc>
                <a:spcPct val="100000"/>
              </a:lnSpc>
              <a:spcBef>
                <a:spcPts val="1000"/>
              </a:spcBef>
              <a:spcAft>
                <a:spcPts val="0"/>
              </a:spcAft>
              <a:buSzPts val="1400"/>
              <a:buNone/>
              <a:defRPr sz="1400"/>
            </a:lvl2pPr>
            <a:lvl3pPr indent="-228600" lvl="2" marL="1371600" algn="l">
              <a:lnSpc>
                <a:spcPct val="100000"/>
              </a:lnSpc>
              <a:spcBef>
                <a:spcPts val="1000"/>
              </a:spcBef>
              <a:spcAft>
                <a:spcPts val="0"/>
              </a:spcAft>
              <a:buSzPts val="1200"/>
              <a:buNone/>
              <a:defRPr sz="1200"/>
            </a:lvl3pPr>
            <a:lvl4pPr indent="-228600" lvl="3" marL="1828800" algn="l">
              <a:lnSpc>
                <a:spcPct val="100000"/>
              </a:lnSpc>
              <a:spcBef>
                <a:spcPts val="1000"/>
              </a:spcBef>
              <a:spcAft>
                <a:spcPts val="0"/>
              </a:spcAft>
              <a:buSzPts val="1000"/>
              <a:buNone/>
              <a:defRPr sz="1000"/>
            </a:lvl4pPr>
            <a:lvl5pPr indent="-228600" lvl="4" marL="2286000" algn="l">
              <a:lnSpc>
                <a:spcPct val="100000"/>
              </a:lnSpc>
              <a:spcBef>
                <a:spcPts val="1000"/>
              </a:spcBef>
              <a:spcAft>
                <a:spcPts val="0"/>
              </a:spcAft>
              <a:buSzPts val="1000"/>
              <a:buNone/>
              <a:defRPr sz="1000"/>
            </a:lvl5pPr>
            <a:lvl6pPr indent="-228600" lvl="5" marL="2743200" algn="l">
              <a:lnSpc>
                <a:spcPct val="100000"/>
              </a:lnSpc>
              <a:spcBef>
                <a:spcPts val="1000"/>
              </a:spcBef>
              <a:spcAft>
                <a:spcPts val="0"/>
              </a:spcAft>
              <a:buSzPts val="1000"/>
              <a:buNone/>
              <a:defRPr sz="1000"/>
            </a:lvl6pPr>
            <a:lvl7pPr indent="-228600" lvl="6" marL="3200400" algn="l">
              <a:lnSpc>
                <a:spcPct val="100000"/>
              </a:lnSpc>
              <a:spcBef>
                <a:spcPts val="1000"/>
              </a:spcBef>
              <a:spcAft>
                <a:spcPts val="0"/>
              </a:spcAft>
              <a:buSzPts val="1000"/>
              <a:buNone/>
              <a:defRPr sz="1000"/>
            </a:lvl7pPr>
            <a:lvl8pPr indent="-228600" lvl="7" marL="3657600" algn="l">
              <a:lnSpc>
                <a:spcPct val="100000"/>
              </a:lnSpc>
              <a:spcBef>
                <a:spcPts val="1000"/>
              </a:spcBef>
              <a:spcAft>
                <a:spcPts val="0"/>
              </a:spcAft>
              <a:buSzPts val="1000"/>
              <a:buNone/>
              <a:defRPr sz="1000"/>
            </a:lvl8pPr>
            <a:lvl9pPr indent="-228600" lvl="8" marL="4114800" algn="l">
              <a:lnSpc>
                <a:spcPct val="100000"/>
              </a:lnSpc>
              <a:spcBef>
                <a:spcPts val="1000"/>
              </a:spcBef>
              <a:spcAft>
                <a:spcPts val="0"/>
              </a:spcAft>
              <a:buSzPts val="1000"/>
              <a:buNone/>
              <a:defRPr sz="1000"/>
            </a:lvl9pPr>
          </a:lstStyle>
          <a:p/>
        </p:txBody>
      </p:sp>
      <p:sp>
        <p:nvSpPr>
          <p:cNvPr id="65" name="Google Shape;65;p13"/>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3"/>
          <p:cNvSpPr txBox="1"/>
          <p:nvPr>
            <p:ph idx="11" type="ftr"/>
          </p:nvPr>
        </p:nvSpPr>
        <p:spPr>
          <a:xfrm>
            <a:off x="804672" y="6236208"/>
            <a:ext cx="5124797"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3"/>
          <p:cNvSpPr/>
          <p:nvPr>
            <p:ph idx="12" type="sldNum"/>
          </p:nvPr>
        </p:nvSpPr>
        <p:spPr>
          <a:xfrm>
            <a:off x="10758922" y="6217920"/>
            <a:ext cx="365760" cy="365760"/>
          </a:xfrm>
          <a:prstGeom prst="ellipse">
            <a:avLst/>
          </a:prstGeom>
          <a:solidFill>
            <a:srgbClr val="1D1D1D">
              <a:alpha val="69020"/>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9pPr>
          </a:lstStyle>
          <a:p>
            <a:pPr indent="0" lvl="0" marL="0" rtl="0" algn="ctr">
              <a:spcBef>
                <a:spcPts val="0"/>
              </a:spcBef>
              <a:spcAft>
                <a:spcPts val="0"/>
              </a:spcAft>
              <a:buNone/>
            </a:pPr>
            <a:fld id="{00000000-1234-1234-1234-123412341234}" type="slidenum">
              <a:rPr lang="en-IN"/>
              <a:t>‹#›</a:t>
            </a:fld>
            <a:endParaRPr/>
          </a:p>
        </p:txBody>
      </p:sp>
      <p:pic>
        <p:nvPicPr>
          <p:cNvPr id="68" name="Google Shape;68;p13"/>
          <p:cNvPicPr preferRelativeResize="0"/>
          <p:nvPr/>
        </p:nvPicPr>
        <p:blipFill rotWithShape="1">
          <a:blip r:embed="rId2">
            <a:alphaModFix/>
          </a:blip>
          <a:srcRect b="0" l="0" r="0" t="0"/>
          <a:stretch/>
        </p:blipFill>
        <p:spPr>
          <a:xfrm>
            <a:off x="10020764" y="0"/>
            <a:ext cx="2139373" cy="619184"/>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69" name="Shape 69"/>
        <p:cNvGrpSpPr/>
        <p:nvPr/>
      </p:nvGrpSpPr>
      <p:grpSpPr>
        <a:xfrm>
          <a:off x="0" y="0"/>
          <a:ext cx="0" cy="0"/>
          <a:chOff x="0" y="0"/>
          <a:chExt cx="0" cy="0"/>
        </a:xfrm>
      </p:grpSpPr>
      <p:sp>
        <p:nvSpPr>
          <p:cNvPr id="70" name="Google Shape;70;p14"/>
          <p:cNvSpPr txBox="1"/>
          <p:nvPr>
            <p:ph type="title"/>
          </p:nvPr>
        </p:nvSpPr>
        <p:spPr>
          <a:xfrm>
            <a:off x="1600200" y="2386744"/>
            <a:ext cx="8991600" cy="1645920"/>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lvl1pPr lvl="0" algn="ctr">
              <a:lnSpc>
                <a:spcPct val="90000"/>
              </a:lnSpc>
              <a:spcBef>
                <a:spcPts val="0"/>
              </a:spcBef>
              <a:spcAft>
                <a:spcPts val="0"/>
              </a:spcAft>
              <a:buClr>
                <a:srgbClr val="262626"/>
              </a:buClr>
              <a:buSzPts val="3800"/>
              <a:buFont typeface="Bookman Old Style"/>
              <a:buNone/>
              <a:defRPr sz="38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4"/>
          <p:cNvSpPr txBox="1"/>
          <p:nvPr>
            <p:ph idx="1" type="body"/>
          </p:nvPr>
        </p:nvSpPr>
        <p:spPr>
          <a:xfrm>
            <a:off x="2695194" y="4352465"/>
            <a:ext cx="6801612" cy="1265082"/>
          </a:xfrm>
          <a:prstGeom prst="rect">
            <a:avLst/>
          </a:prstGeom>
          <a:noFill/>
          <a:ln>
            <a:noFill/>
          </a:ln>
        </p:spPr>
        <p:txBody>
          <a:bodyPr anchorCtr="1" anchor="t" bIns="45700" lIns="91425" spcFirstLastPara="1" rIns="91425" wrap="square" tIns="45700">
            <a:normAutofit/>
          </a:bodyPr>
          <a:lstStyle>
            <a:lvl1pPr indent="-228600" lvl="0" marL="457200" algn="l">
              <a:lnSpc>
                <a:spcPct val="100000"/>
              </a:lnSpc>
              <a:spcBef>
                <a:spcPts val="1000"/>
              </a:spcBef>
              <a:spcAft>
                <a:spcPts val="0"/>
              </a:spcAft>
              <a:buSzPts val="2000"/>
              <a:buNone/>
              <a:defRPr sz="2000">
                <a:solidFill>
                  <a:schemeClr val="lt1"/>
                </a:solidFill>
              </a:defRPr>
            </a:lvl1pPr>
            <a:lvl2pPr indent="-228600" lvl="1" marL="914400" algn="l">
              <a:lnSpc>
                <a:spcPct val="100000"/>
              </a:lnSpc>
              <a:spcBef>
                <a:spcPts val="1000"/>
              </a:spcBef>
              <a:spcAft>
                <a:spcPts val="0"/>
              </a:spcAft>
              <a:buSzPts val="2000"/>
              <a:buNone/>
              <a:defRPr sz="2000">
                <a:solidFill>
                  <a:schemeClr val="lt1"/>
                </a:solidFill>
              </a:defRPr>
            </a:lvl2pPr>
            <a:lvl3pPr indent="-228600" lvl="2" marL="1371600" algn="l">
              <a:lnSpc>
                <a:spcPct val="100000"/>
              </a:lnSpc>
              <a:spcBef>
                <a:spcPts val="1000"/>
              </a:spcBef>
              <a:spcAft>
                <a:spcPts val="0"/>
              </a:spcAft>
              <a:buSzPts val="1800"/>
              <a:buNone/>
              <a:defRPr sz="1800">
                <a:solidFill>
                  <a:schemeClr val="lt1"/>
                </a:solidFill>
              </a:defRPr>
            </a:lvl3pPr>
            <a:lvl4pPr indent="-228600" lvl="3" marL="1828800" algn="l">
              <a:lnSpc>
                <a:spcPct val="100000"/>
              </a:lnSpc>
              <a:spcBef>
                <a:spcPts val="1000"/>
              </a:spcBef>
              <a:spcAft>
                <a:spcPts val="0"/>
              </a:spcAft>
              <a:buSzPts val="1600"/>
              <a:buNone/>
              <a:defRPr sz="1600">
                <a:solidFill>
                  <a:schemeClr val="lt1"/>
                </a:solidFill>
              </a:defRPr>
            </a:lvl4pPr>
            <a:lvl5pPr indent="-228600" lvl="4" marL="2286000" algn="l">
              <a:lnSpc>
                <a:spcPct val="100000"/>
              </a:lnSpc>
              <a:spcBef>
                <a:spcPts val="1000"/>
              </a:spcBef>
              <a:spcAft>
                <a:spcPts val="0"/>
              </a:spcAft>
              <a:buSzPts val="1600"/>
              <a:buNone/>
              <a:defRPr sz="1600">
                <a:solidFill>
                  <a:schemeClr val="lt1"/>
                </a:solidFill>
              </a:defRPr>
            </a:lvl5pPr>
            <a:lvl6pPr indent="-228600" lvl="5" marL="2743200" algn="l">
              <a:lnSpc>
                <a:spcPct val="100000"/>
              </a:lnSpc>
              <a:spcBef>
                <a:spcPts val="1000"/>
              </a:spcBef>
              <a:spcAft>
                <a:spcPts val="0"/>
              </a:spcAft>
              <a:buSzPts val="1600"/>
              <a:buNone/>
              <a:defRPr sz="1600">
                <a:solidFill>
                  <a:schemeClr val="lt1"/>
                </a:solidFill>
              </a:defRPr>
            </a:lvl6pPr>
            <a:lvl7pPr indent="-228600" lvl="6" marL="3200400" algn="l">
              <a:lnSpc>
                <a:spcPct val="100000"/>
              </a:lnSpc>
              <a:spcBef>
                <a:spcPts val="1000"/>
              </a:spcBef>
              <a:spcAft>
                <a:spcPts val="0"/>
              </a:spcAft>
              <a:buSzPts val="1600"/>
              <a:buNone/>
              <a:defRPr sz="1600">
                <a:solidFill>
                  <a:schemeClr val="lt1"/>
                </a:solidFill>
              </a:defRPr>
            </a:lvl7pPr>
            <a:lvl8pPr indent="-228600" lvl="7" marL="3657600" algn="l">
              <a:lnSpc>
                <a:spcPct val="100000"/>
              </a:lnSpc>
              <a:spcBef>
                <a:spcPts val="1000"/>
              </a:spcBef>
              <a:spcAft>
                <a:spcPts val="0"/>
              </a:spcAft>
              <a:buSzPts val="1600"/>
              <a:buNone/>
              <a:defRPr sz="1600">
                <a:solidFill>
                  <a:schemeClr val="lt1"/>
                </a:solidFill>
              </a:defRPr>
            </a:lvl8pPr>
            <a:lvl9pPr indent="-228600" lvl="8" marL="4114800" algn="l">
              <a:lnSpc>
                <a:spcPct val="100000"/>
              </a:lnSpc>
              <a:spcBef>
                <a:spcPts val="1000"/>
              </a:spcBef>
              <a:spcAft>
                <a:spcPts val="0"/>
              </a:spcAft>
              <a:buSzPts val="1600"/>
              <a:buNone/>
              <a:defRPr sz="1600">
                <a:solidFill>
                  <a:schemeClr val="lt1"/>
                </a:solidFill>
              </a:defRPr>
            </a:lvl9pPr>
          </a:lstStyle>
          <a:p/>
        </p:txBody>
      </p:sp>
      <p:sp>
        <p:nvSpPr>
          <p:cNvPr id="72" name="Google Shape;72;p14"/>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4"/>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4"/>
          <p:cNvSpPr/>
          <p:nvPr>
            <p:ph idx="12" type="sldNum"/>
          </p:nvPr>
        </p:nvSpPr>
        <p:spPr>
          <a:xfrm>
            <a:off x="10758922" y="6217920"/>
            <a:ext cx="365760" cy="365760"/>
          </a:xfrm>
          <a:prstGeom prst="ellipse">
            <a:avLst/>
          </a:prstGeom>
          <a:solidFill>
            <a:srgbClr val="1D1D1D">
              <a:alpha val="69020"/>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type="titleOnly">
  <p:cSld name="TITLE_ONLY">
    <p:spTree>
      <p:nvGrpSpPr>
        <p:cNvPr id="75" name="Shape 75"/>
        <p:cNvGrpSpPr/>
        <p:nvPr/>
      </p:nvGrpSpPr>
      <p:grpSpPr>
        <a:xfrm>
          <a:off x="0" y="0"/>
          <a:ext cx="0" cy="0"/>
          <a:chOff x="0" y="0"/>
          <a:chExt cx="0" cy="0"/>
        </a:xfrm>
      </p:grpSpPr>
      <p:sp>
        <p:nvSpPr>
          <p:cNvPr id="76" name="Google Shape;76;p15"/>
          <p:cNvSpPr txBox="1"/>
          <p:nvPr>
            <p:ph type="title"/>
          </p:nvPr>
        </p:nvSpPr>
        <p:spPr>
          <a:xfrm>
            <a:off x="2231136" y="964692"/>
            <a:ext cx="7729728" cy="1188720"/>
          </a:xfrm>
          <a:prstGeom prst="rect">
            <a:avLst/>
          </a:prstGeom>
          <a:solidFill>
            <a:srgbClr val="FFFFFF"/>
          </a:solidFill>
          <a:ln cap="sq" cmpd="sng" w="31750">
            <a:solidFill>
              <a:srgbClr val="404040"/>
            </a:solidFill>
            <a:prstDash val="solid"/>
            <a:miter lim="8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5"/>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5"/>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5"/>
          <p:cNvSpPr/>
          <p:nvPr>
            <p:ph idx="12" type="sldNum"/>
          </p:nvPr>
        </p:nvSpPr>
        <p:spPr>
          <a:xfrm>
            <a:off x="10758922" y="6217920"/>
            <a:ext cx="365760" cy="365760"/>
          </a:xfrm>
          <a:prstGeom prst="ellipse">
            <a:avLst/>
          </a:prstGeom>
          <a:solidFill>
            <a:srgbClr val="1D1D1D">
              <a:alpha val="69020"/>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80" name="Shape 80"/>
        <p:cNvGrpSpPr/>
        <p:nvPr/>
      </p:nvGrpSpPr>
      <p:grpSpPr>
        <a:xfrm>
          <a:off x="0" y="0"/>
          <a:ext cx="0" cy="0"/>
          <a:chOff x="0" y="0"/>
          <a:chExt cx="0" cy="0"/>
        </a:xfrm>
      </p:grpSpPr>
      <p:sp>
        <p:nvSpPr>
          <p:cNvPr id="81" name="Google Shape;81;p16"/>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6"/>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6"/>
          <p:cNvSpPr/>
          <p:nvPr>
            <p:ph idx="12" type="sldNum"/>
          </p:nvPr>
        </p:nvSpPr>
        <p:spPr>
          <a:xfrm>
            <a:off x="10758922" y="6217920"/>
            <a:ext cx="365760" cy="365760"/>
          </a:xfrm>
          <a:prstGeom prst="ellipse">
            <a:avLst/>
          </a:prstGeom>
          <a:solidFill>
            <a:srgbClr val="1D1D1D">
              <a:alpha val="69020"/>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84" name="Shape 84"/>
        <p:cNvGrpSpPr/>
        <p:nvPr/>
      </p:nvGrpSpPr>
      <p:grpSpPr>
        <a:xfrm>
          <a:off x="0" y="0"/>
          <a:ext cx="0" cy="0"/>
          <a:chOff x="0" y="0"/>
          <a:chExt cx="0" cy="0"/>
        </a:xfrm>
      </p:grpSpPr>
      <p:sp>
        <p:nvSpPr>
          <p:cNvPr id="85" name="Google Shape;85;p17"/>
          <p:cNvSpPr/>
          <p:nvPr/>
        </p:nvSpPr>
        <p:spPr>
          <a:xfrm>
            <a:off x="0" y="0"/>
            <a:ext cx="6095999"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17"/>
          <p:cNvSpPr txBox="1"/>
          <p:nvPr>
            <p:ph type="title"/>
          </p:nvPr>
        </p:nvSpPr>
        <p:spPr>
          <a:xfrm>
            <a:off x="808523" y="2243828"/>
            <a:ext cx="4494998" cy="1134640"/>
          </a:xfrm>
          <a:prstGeom prst="rect">
            <a:avLst/>
          </a:prstGeom>
          <a:solidFill>
            <a:srgbClr val="FFFFFF"/>
          </a:solidFill>
          <a:ln cap="flat" cmpd="sng" w="9525">
            <a:solidFill>
              <a:srgbClr val="404040"/>
            </a:solidFill>
            <a:prstDash val="solid"/>
            <a:round/>
            <a:headEnd len="sm" w="sm" type="none"/>
            <a:tailEnd len="sm" w="sm" type="none"/>
          </a:ln>
        </p:spPr>
        <p:txBody>
          <a:bodyPr anchorCtr="1" anchor="ctr" bIns="182875" lIns="182875" spcFirstLastPara="1" rIns="182875" wrap="square" tIns="182875">
            <a:noAutofit/>
          </a:bodyPr>
          <a:lstStyle>
            <a:lvl1pPr lvl="0" algn="ctr">
              <a:lnSpc>
                <a:spcPct val="90000"/>
              </a:lnSpc>
              <a:spcBef>
                <a:spcPts val="0"/>
              </a:spcBef>
              <a:spcAft>
                <a:spcPts val="0"/>
              </a:spcAft>
              <a:buClr>
                <a:srgbClr val="262626"/>
              </a:buClr>
              <a:buSzPts val="2200"/>
              <a:buFont typeface="Bookman Old Style"/>
              <a:buNone/>
              <a:defRPr sz="22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17"/>
          <p:cNvSpPr/>
          <p:nvPr>
            <p:ph idx="2" type="pic"/>
          </p:nvPr>
        </p:nvSpPr>
        <p:spPr>
          <a:xfrm>
            <a:off x="6095999" y="0"/>
            <a:ext cx="6102097" cy="6858000"/>
          </a:xfrm>
          <a:prstGeom prst="rect">
            <a:avLst/>
          </a:prstGeom>
          <a:solidFill>
            <a:srgbClr val="BFBFBF"/>
          </a:solidFill>
          <a:ln>
            <a:noFill/>
          </a:ln>
        </p:spPr>
      </p:sp>
      <p:sp>
        <p:nvSpPr>
          <p:cNvPr id="88" name="Google Shape;88;p17"/>
          <p:cNvSpPr txBox="1"/>
          <p:nvPr>
            <p:ph idx="1" type="body"/>
          </p:nvPr>
        </p:nvSpPr>
        <p:spPr>
          <a:xfrm>
            <a:off x="1115568" y="3549918"/>
            <a:ext cx="3794760" cy="2194037"/>
          </a:xfrm>
          <a:prstGeom prst="rect">
            <a:avLst/>
          </a:prstGeom>
          <a:noFill/>
          <a:ln>
            <a:noFill/>
          </a:ln>
        </p:spPr>
        <p:txBody>
          <a:bodyPr anchorCtr="1" anchor="t" bIns="45700" lIns="91425" spcFirstLastPara="1" rIns="91425" wrap="square" tIns="45700">
            <a:normAutofit/>
          </a:bodyPr>
          <a:lstStyle>
            <a:lvl1pPr indent="-228600" lvl="0" marL="457200" algn="ctr">
              <a:lnSpc>
                <a:spcPct val="100000"/>
              </a:lnSpc>
              <a:spcBef>
                <a:spcPts val="1000"/>
              </a:spcBef>
              <a:spcAft>
                <a:spcPts val="0"/>
              </a:spcAft>
              <a:buSzPts val="1500"/>
              <a:buNone/>
              <a:defRPr sz="1500">
                <a:solidFill>
                  <a:srgbClr val="FFFFFF"/>
                </a:solidFill>
              </a:defRPr>
            </a:lvl1pPr>
            <a:lvl2pPr indent="-228600" lvl="1" marL="914400" algn="l">
              <a:lnSpc>
                <a:spcPct val="100000"/>
              </a:lnSpc>
              <a:spcBef>
                <a:spcPts val="1000"/>
              </a:spcBef>
              <a:spcAft>
                <a:spcPts val="0"/>
              </a:spcAft>
              <a:buSzPts val="1400"/>
              <a:buNone/>
              <a:defRPr sz="1400"/>
            </a:lvl2pPr>
            <a:lvl3pPr indent="-228600" lvl="2" marL="1371600" algn="l">
              <a:lnSpc>
                <a:spcPct val="100000"/>
              </a:lnSpc>
              <a:spcBef>
                <a:spcPts val="1000"/>
              </a:spcBef>
              <a:spcAft>
                <a:spcPts val="0"/>
              </a:spcAft>
              <a:buSzPts val="1200"/>
              <a:buNone/>
              <a:defRPr sz="1200"/>
            </a:lvl3pPr>
            <a:lvl4pPr indent="-228600" lvl="3" marL="1828800" algn="l">
              <a:lnSpc>
                <a:spcPct val="100000"/>
              </a:lnSpc>
              <a:spcBef>
                <a:spcPts val="1000"/>
              </a:spcBef>
              <a:spcAft>
                <a:spcPts val="0"/>
              </a:spcAft>
              <a:buSzPts val="1000"/>
              <a:buNone/>
              <a:defRPr sz="1000"/>
            </a:lvl4pPr>
            <a:lvl5pPr indent="-228600" lvl="4" marL="2286000" algn="l">
              <a:lnSpc>
                <a:spcPct val="100000"/>
              </a:lnSpc>
              <a:spcBef>
                <a:spcPts val="1000"/>
              </a:spcBef>
              <a:spcAft>
                <a:spcPts val="0"/>
              </a:spcAft>
              <a:buSzPts val="1000"/>
              <a:buNone/>
              <a:defRPr sz="1000"/>
            </a:lvl5pPr>
            <a:lvl6pPr indent="-228600" lvl="5" marL="2743200" algn="l">
              <a:lnSpc>
                <a:spcPct val="100000"/>
              </a:lnSpc>
              <a:spcBef>
                <a:spcPts val="1000"/>
              </a:spcBef>
              <a:spcAft>
                <a:spcPts val="0"/>
              </a:spcAft>
              <a:buSzPts val="1000"/>
              <a:buNone/>
              <a:defRPr sz="1000"/>
            </a:lvl6pPr>
            <a:lvl7pPr indent="-228600" lvl="6" marL="3200400" algn="l">
              <a:lnSpc>
                <a:spcPct val="100000"/>
              </a:lnSpc>
              <a:spcBef>
                <a:spcPts val="1000"/>
              </a:spcBef>
              <a:spcAft>
                <a:spcPts val="0"/>
              </a:spcAft>
              <a:buSzPts val="1000"/>
              <a:buNone/>
              <a:defRPr sz="1000"/>
            </a:lvl7pPr>
            <a:lvl8pPr indent="-228600" lvl="7" marL="3657600" algn="l">
              <a:lnSpc>
                <a:spcPct val="100000"/>
              </a:lnSpc>
              <a:spcBef>
                <a:spcPts val="1000"/>
              </a:spcBef>
              <a:spcAft>
                <a:spcPts val="0"/>
              </a:spcAft>
              <a:buSzPts val="1000"/>
              <a:buNone/>
              <a:defRPr sz="1000"/>
            </a:lvl8pPr>
            <a:lvl9pPr indent="-228600" lvl="8" marL="4114800" algn="l">
              <a:lnSpc>
                <a:spcPct val="100000"/>
              </a:lnSpc>
              <a:spcBef>
                <a:spcPts val="1000"/>
              </a:spcBef>
              <a:spcAft>
                <a:spcPts val="0"/>
              </a:spcAft>
              <a:buSzPts val="1000"/>
              <a:buNone/>
              <a:defRPr sz="1000"/>
            </a:lvl9pPr>
          </a:lstStyle>
          <a:p/>
        </p:txBody>
      </p:sp>
      <p:sp>
        <p:nvSpPr>
          <p:cNvPr id="89" name="Google Shape;89;p17"/>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7"/>
          <p:cNvSpPr txBox="1"/>
          <p:nvPr>
            <p:ph idx="11" type="ftr"/>
          </p:nvPr>
        </p:nvSpPr>
        <p:spPr>
          <a:xfrm>
            <a:off x="804672" y="6236208"/>
            <a:ext cx="5124797"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17"/>
          <p:cNvSpPr/>
          <p:nvPr>
            <p:ph idx="12" type="sldNum"/>
          </p:nvPr>
        </p:nvSpPr>
        <p:spPr>
          <a:xfrm>
            <a:off x="10758922" y="6217920"/>
            <a:ext cx="365760" cy="365760"/>
          </a:xfrm>
          <a:prstGeom prst="ellipse">
            <a:avLst/>
          </a:prstGeom>
          <a:solidFill>
            <a:srgbClr val="1D1D1D">
              <a:alpha val="69020"/>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showMasterSp="0" type="vertTx">
  <p:cSld name="VERTICAL_TEXT">
    <p:spTree>
      <p:nvGrpSpPr>
        <p:cNvPr id="92" name="Shape 92"/>
        <p:cNvGrpSpPr/>
        <p:nvPr/>
      </p:nvGrpSpPr>
      <p:grpSpPr>
        <a:xfrm>
          <a:off x="0" y="0"/>
          <a:ext cx="0" cy="0"/>
          <a:chOff x="0" y="0"/>
          <a:chExt cx="0" cy="0"/>
        </a:xfrm>
      </p:grpSpPr>
      <p:sp>
        <p:nvSpPr>
          <p:cNvPr id="93" name="Google Shape;93;p18"/>
          <p:cNvSpPr txBox="1"/>
          <p:nvPr>
            <p:ph type="title"/>
          </p:nvPr>
        </p:nvSpPr>
        <p:spPr>
          <a:xfrm>
            <a:off x="2231136" y="964692"/>
            <a:ext cx="7729728" cy="1188720"/>
          </a:xfrm>
          <a:prstGeom prst="rect">
            <a:avLst/>
          </a:prstGeom>
          <a:solidFill>
            <a:srgbClr val="FFFFFF"/>
          </a:solidFill>
          <a:ln cap="sq" cmpd="sng" w="31750">
            <a:solidFill>
              <a:srgbClr val="404040"/>
            </a:solidFill>
            <a:prstDash val="solid"/>
            <a:miter lim="8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18"/>
          <p:cNvSpPr txBox="1"/>
          <p:nvPr>
            <p:ph idx="1" type="body"/>
          </p:nvPr>
        </p:nvSpPr>
        <p:spPr>
          <a:xfrm rot="5400000">
            <a:off x="4545009" y="324172"/>
            <a:ext cx="3101983" cy="772972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95" name="Google Shape;95;p18"/>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18"/>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18"/>
          <p:cNvSpPr/>
          <p:nvPr>
            <p:ph idx="12" type="sldNum"/>
          </p:nvPr>
        </p:nvSpPr>
        <p:spPr>
          <a:xfrm>
            <a:off x="10758922" y="6217920"/>
            <a:ext cx="365760" cy="365760"/>
          </a:xfrm>
          <a:prstGeom prst="ellipse">
            <a:avLst/>
          </a:prstGeom>
          <a:solidFill>
            <a:srgbClr val="1D1D1D">
              <a:alpha val="69020"/>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98" name="Shape 98"/>
        <p:cNvGrpSpPr/>
        <p:nvPr/>
      </p:nvGrpSpPr>
      <p:grpSpPr>
        <a:xfrm>
          <a:off x="0" y="0"/>
          <a:ext cx="0" cy="0"/>
          <a:chOff x="0" y="0"/>
          <a:chExt cx="0" cy="0"/>
        </a:xfrm>
      </p:grpSpPr>
      <p:sp>
        <p:nvSpPr>
          <p:cNvPr id="99" name="Google Shape;99;p19"/>
          <p:cNvSpPr txBox="1"/>
          <p:nvPr>
            <p:ph type="title"/>
          </p:nvPr>
        </p:nvSpPr>
        <p:spPr>
          <a:xfrm rot="5400000">
            <a:off x="6810676" y="2779696"/>
            <a:ext cx="4983480" cy="1298608"/>
          </a:xfrm>
          <a:prstGeom prst="rect">
            <a:avLst/>
          </a:prstGeom>
          <a:solidFill>
            <a:srgbClr val="FFFFFF"/>
          </a:solidFill>
          <a:ln cap="sq" cmpd="sng" w="31750">
            <a:solidFill>
              <a:srgbClr val="404040"/>
            </a:solidFill>
            <a:prstDash val="solid"/>
            <a:miter lim="8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19"/>
          <p:cNvSpPr txBox="1"/>
          <p:nvPr>
            <p:ph idx="1" type="body"/>
          </p:nvPr>
        </p:nvSpPr>
        <p:spPr>
          <a:xfrm rot="5400000">
            <a:off x="2838641" y="329756"/>
            <a:ext cx="4983480" cy="6198489"/>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101" name="Google Shape;101;p19"/>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19"/>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19"/>
          <p:cNvSpPr/>
          <p:nvPr>
            <p:ph idx="12" type="sldNum"/>
          </p:nvPr>
        </p:nvSpPr>
        <p:spPr>
          <a:xfrm>
            <a:off x="10758922" y="6217920"/>
            <a:ext cx="365760" cy="365760"/>
          </a:xfrm>
          <a:prstGeom prst="ellipse">
            <a:avLst/>
          </a:prstGeom>
          <a:solidFill>
            <a:srgbClr val="1D1D1D">
              <a:alpha val="69020"/>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9pPr>
          </a:lstStyle>
          <a:p>
            <a:pPr indent="0" lvl="0" marL="0" rtl="0" algn="ct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11" Type="http://schemas.openxmlformats.org/officeDocument/2006/relationships/slideLayout" Target="../slideLayouts/slideLayout12.xml"/><Relationship Id="rId10" Type="http://schemas.openxmlformats.org/officeDocument/2006/relationships/slideLayout" Target="../slideLayouts/slideLayout11.xml"/><Relationship Id="rId12" Type="http://schemas.openxmlformats.org/officeDocument/2006/relationships/theme" Target="../theme/theme3.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7"/>
          <p:cNvSpPr txBox="1"/>
          <p:nvPr>
            <p:ph type="title"/>
          </p:nvPr>
        </p:nvSpPr>
        <p:spPr>
          <a:xfrm>
            <a:off x="2231136" y="964692"/>
            <a:ext cx="7729728" cy="1188720"/>
          </a:xfrm>
          <a:prstGeom prst="rect">
            <a:avLst/>
          </a:prstGeom>
          <a:solidFill>
            <a:srgbClr val="FFFFFF"/>
          </a:solidFill>
          <a:ln cap="sq" cmpd="sng" w="31750">
            <a:solidFill>
              <a:srgbClr val="404040"/>
            </a:solidFill>
            <a:prstDash val="solid"/>
            <a:miter lim="8000"/>
            <a:headEnd len="sm" w="sm" type="none"/>
            <a:tailEnd len="sm" w="sm" type="none"/>
          </a:ln>
        </p:spPr>
        <p:txBody>
          <a:bodyPr anchorCtr="0" anchor="ctr" bIns="182875" lIns="182875" spcFirstLastPara="1" rIns="182875" wrap="square" tIns="182875">
            <a:normAutofit/>
          </a:bodyPr>
          <a:lstStyle>
            <a:lvl1pPr lvl="0" marR="0" rtl="0" algn="ctr">
              <a:lnSpc>
                <a:spcPct val="90000"/>
              </a:lnSpc>
              <a:spcBef>
                <a:spcPts val="0"/>
              </a:spcBef>
              <a:spcAft>
                <a:spcPts val="0"/>
              </a:spcAft>
              <a:buClr>
                <a:srgbClr val="262626"/>
              </a:buClr>
              <a:buSzPts val="2800"/>
              <a:buFont typeface="Bookman Old Style"/>
              <a:buNone/>
              <a:defRPr b="0" i="0" sz="2800" u="none" cap="none" strike="noStrike">
                <a:solidFill>
                  <a:srgbClr val="262626"/>
                </a:solidFill>
                <a:latin typeface="Bookman Old Style"/>
                <a:ea typeface="Bookman Old Style"/>
                <a:cs typeface="Bookman Old Style"/>
                <a:sym typeface="Bookman Old Styl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7"/>
          <p:cNvSpPr txBox="1"/>
          <p:nvPr>
            <p:ph idx="1" type="body"/>
          </p:nvPr>
        </p:nvSpPr>
        <p:spPr>
          <a:xfrm>
            <a:off x="2231136" y="2638044"/>
            <a:ext cx="7729728" cy="3101983"/>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100000"/>
              </a:lnSpc>
              <a:spcBef>
                <a:spcPts val="1000"/>
              </a:spcBef>
              <a:spcAft>
                <a:spcPts val="0"/>
              </a:spcAft>
              <a:buClr>
                <a:schemeClr val="accent2"/>
              </a:buClr>
              <a:buSzPts val="1800"/>
              <a:buFont typeface="Arial"/>
              <a:buChar char="•"/>
              <a:defRPr b="0" i="0" sz="1800" u="none" cap="none" strike="noStrike">
                <a:solidFill>
                  <a:srgbClr val="FEFEFE"/>
                </a:solidFill>
                <a:latin typeface="Bookman Old Style"/>
                <a:ea typeface="Bookman Old Style"/>
                <a:cs typeface="Bookman Old Style"/>
                <a:sym typeface="Bookman Old Style"/>
              </a:defRPr>
            </a:lvl1pPr>
            <a:lvl2pPr indent="-330200" lvl="1" marL="914400" marR="0" rtl="0" algn="l">
              <a:lnSpc>
                <a:spcPct val="100000"/>
              </a:lnSpc>
              <a:spcBef>
                <a:spcPts val="1000"/>
              </a:spcBef>
              <a:spcAft>
                <a:spcPts val="0"/>
              </a:spcAft>
              <a:buClr>
                <a:schemeClr val="accent2"/>
              </a:buClr>
              <a:buSzPts val="1600"/>
              <a:buFont typeface="Arial"/>
              <a:buChar char="•"/>
              <a:defRPr b="0" i="0" sz="1600" u="none" cap="none" strike="noStrike">
                <a:solidFill>
                  <a:srgbClr val="FEFEFE"/>
                </a:solidFill>
                <a:latin typeface="Bookman Old Style"/>
                <a:ea typeface="Bookman Old Style"/>
                <a:cs typeface="Bookman Old Style"/>
                <a:sym typeface="Bookman Old Style"/>
              </a:defRPr>
            </a:lvl2pPr>
            <a:lvl3pPr indent="-330200" lvl="2" marL="1371600" marR="0" rtl="0" algn="l">
              <a:lnSpc>
                <a:spcPct val="100000"/>
              </a:lnSpc>
              <a:spcBef>
                <a:spcPts val="1000"/>
              </a:spcBef>
              <a:spcAft>
                <a:spcPts val="0"/>
              </a:spcAft>
              <a:buClr>
                <a:schemeClr val="accent2"/>
              </a:buClr>
              <a:buSzPts val="1600"/>
              <a:buFont typeface="Arial"/>
              <a:buChar char="•"/>
              <a:defRPr b="0" i="0" sz="1600" u="none" cap="none" strike="noStrike">
                <a:solidFill>
                  <a:srgbClr val="FEFEFE"/>
                </a:solidFill>
                <a:latin typeface="Bookman Old Style"/>
                <a:ea typeface="Bookman Old Style"/>
                <a:cs typeface="Bookman Old Style"/>
                <a:sym typeface="Bookman Old Style"/>
              </a:defRPr>
            </a:lvl3pPr>
            <a:lvl4pPr indent="-330200" lvl="3" marL="1828800" marR="0" rtl="0" algn="l">
              <a:lnSpc>
                <a:spcPct val="100000"/>
              </a:lnSpc>
              <a:spcBef>
                <a:spcPts val="1000"/>
              </a:spcBef>
              <a:spcAft>
                <a:spcPts val="0"/>
              </a:spcAft>
              <a:buClr>
                <a:schemeClr val="accent2"/>
              </a:buClr>
              <a:buSzPts val="1600"/>
              <a:buFont typeface="Arial"/>
              <a:buChar char="•"/>
              <a:defRPr b="0" i="0" sz="1600" u="none" cap="none" strike="noStrike">
                <a:solidFill>
                  <a:srgbClr val="FEFEFE"/>
                </a:solidFill>
                <a:latin typeface="Bookman Old Style"/>
                <a:ea typeface="Bookman Old Style"/>
                <a:cs typeface="Bookman Old Style"/>
                <a:sym typeface="Bookman Old Style"/>
              </a:defRPr>
            </a:lvl4pPr>
            <a:lvl5pPr indent="-330200" lvl="4" marL="2286000" marR="0" rtl="0" algn="l">
              <a:lnSpc>
                <a:spcPct val="100000"/>
              </a:lnSpc>
              <a:spcBef>
                <a:spcPts val="1000"/>
              </a:spcBef>
              <a:spcAft>
                <a:spcPts val="0"/>
              </a:spcAft>
              <a:buClr>
                <a:schemeClr val="accent2"/>
              </a:buClr>
              <a:buSzPts val="1600"/>
              <a:buFont typeface="Arial"/>
              <a:buChar char="•"/>
              <a:defRPr b="0" i="0" sz="1600" u="none" cap="none" strike="noStrike">
                <a:solidFill>
                  <a:srgbClr val="FEFEFE"/>
                </a:solidFill>
                <a:latin typeface="Bookman Old Style"/>
                <a:ea typeface="Bookman Old Style"/>
                <a:cs typeface="Bookman Old Style"/>
                <a:sym typeface="Bookman Old Style"/>
              </a:defRPr>
            </a:lvl5pPr>
            <a:lvl6pPr indent="-330200" lvl="5" marL="2743200" marR="0" rtl="0" algn="l">
              <a:lnSpc>
                <a:spcPct val="100000"/>
              </a:lnSpc>
              <a:spcBef>
                <a:spcPts val="1000"/>
              </a:spcBef>
              <a:spcAft>
                <a:spcPts val="0"/>
              </a:spcAft>
              <a:buClr>
                <a:schemeClr val="accent2"/>
              </a:buClr>
              <a:buSzPts val="1600"/>
              <a:buFont typeface="Arial"/>
              <a:buChar char="•"/>
              <a:defRPr b="0" i="0" sz="1600" u="none" cap="none" strike="noStrike">
                <a:solidFill>
                  <a:schemeClr val="lt1"/>
                </a:solidFill>
                <a:latin typeface="Bookman Old Style"/>
                <a:ea typeface="Bookman Old Style"/>
                <a:cs typeface="Bookman Old Style"/>
                <a:sym typeface="Bookman Old Style"/>
              </a:defRPr>
            </a:lvl6pPr>
            <a:lvl7pPr indent="-330200" lvl="6" marL="3200400" marR="0" rtl="0" algn="l">
              <a:lnSpc>
                <a:spcPct val="100000"/>
              </a:lnSpc>
              <a:spcBef>
                <a:spcPts val="1000"/>
              </a:spcBef>
              <a:spcAft>
                <a:spcPts val="0"/>
              </a:spcAft>
              <a:buClr>
                <a:schemeClr val="accent2"/>
              </a:buClr>
              <a:buSzPts val="1600"/>
              <a:buFont typeface="Arial"/>
              <a:buChar char="•"/>
              <a:defRPr b="0" i="0" sz="1600" u="none" cap="none" strike="noStrike">
                <a:solidFill>
                  <a:schemeClr val="lt1"/>
                </a:solidFill>
                <a:latin typeface="Bookman Old Style"/>
                <a:ea typeface="Bookman Old Style"/>
                <a:cs typeface="Bookman Old Style"/>
                <a:sym typeface="Bookman Old Style"/>
              </a:defRPr>
            </a:lvl7pPr>
            <a:lvl8pPr indent="-330200" lvl="7" marL="3657600" marR="0" rtl="0" algn="l">
              <a:lnSpc>
                <a:spcPct val="100000"/>
              </a:lnSpc>
              <a:spcBef>
                <a:spcPts val="1000"/>
              </a:spcBef>
              <a:spcAft>
                <a:spcPts val="0"/>
              </a:spcAft>
              <a:buClr>
                <a:schemeClr val="accent2"/>
              </a:buClr>
              <a:buSzPts val="1600"/>
              <a:buFont typeface="Arial"/>
              <a:buChar char="•"/>
              <a:defRPr b="0" i="0" sz="1600" u="none" cap="none" strike="noStrike">
                <a:solidFill>
                  <a:schemeClr val="lt1"/>
                </a:solidFill>
                <a:latin typeface="Bookman Old Style"/>
                <a:ea typeface="Bookman Old Style"/>
                <a:cs typeface="Bookman Old Style"/>
                <a:sym typeface="Bookman Old Style"/>
              </a:defRPr>
            </a:lvl8pPr>
            <a:lvl9pPr indent="-330200" lvl="8" marL="4114800" marR="0" rtl="0" algn="l">
              <a:lnSpc>
                <a:spcPct val="100000"/>
              </a:lnSpc>
              <a:spcBef>
                <a:spcPts val="1000"/>
              </a:spcBef>
              <a:spcAft>
                <a:spcPts val="0"/>
              </a:spcAft>
              <a:buClr>
                <a:schemeClr val="accent2"/>
              </a:buClr>
              <a:buSzPts val="1600"/>
              <a:buFont typeface="Arial"/>
              <a:buChar char="•"/>
              <a:defRPr b="0" i="0" sz="1600" u="none" cap="none" strike="noStrike">
                <a:solidFill>
                  <a:schemeClr val="lt1"/>
                </a:solidFill>
                <a:latin typeface="Bookman Old Style"/>
                <a:ea typeface="Bookman Old Style"/>
                <a:cs typeface="Bookman Old Style"/>
                <a:sym typeface="Bookman Old Style"/>
              </a:defRPr>
            </a:lvl9pPr>
          </a:lstStyle>
          <a:p/>
        </p:txBody>
      </p:sp>
      <p:sp>
        <p:nvSpPr>
          <p:cNvPr id="12" name="Google Shape;12;p7"/>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50" u="none" cap="none" strike="noStrike">
                <a:solidFill>
                  <a:schemeClr val="lt1"/>
                </a:solidFill>
                <a:latin typeface="Bookman Old Style"/>
                <a:ea typeface="Bookman Old Style"/>
                <a:cs typeface="Bookman Old Style"/>
                <a:sym typeface="Bookman Old Styl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Bookman Old Style"/>
                <a:ea typeface="Bookman Old Style"/>
                <a:cs typeface="Bookman Old Style"/>
                <a:sym typeface="Bookman Old Style"/>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Bookman Old Style"/>
                <a:ea typeface="Bookman Old Style"/>
                <a:cs typeface="Bookman Old Style"/>
                <a:sym typeface="Bookman Old Style"/>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Bookman Old Style"/>
                <a:ea typeface="Bookman Old Style"/>
                <a:cs typeface="Bookman Old Style"/>
                <a:sym typeface="Bookman Old Style"/>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Bookman Old Style"/>
                <a:ea typeface="Bookman Old Style"/>
                <a:cs typeface="Bookman Old Style"/>
                <a:sym typeface="Bookman Old Style"/>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Bookman Old Style"/>
                <a:ea typeface="Bookman Old Style"/>
                <a:cs typeface="Bookman Old Style"/>
                <a:sym typeface="Bookman Old Style"/>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Bookman Old Style"/>
                <a:ea typeface="Bookman Old Style"/>
                <a:cs typeface="Bookman Old Style"/>
                <a:sym typeface="Bookman Old Style"/>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Bookman Old Style"/>
                <a:ea typeface="Bookman Old Style"/>
                <a:cs typeface="Bookman Old Style"/>
                <a:sym typeface="Bookman Old Style"/>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Bookman Old Style"/>
                <a:ea typeface="Bookman Old Style"/>
                <a:cs typeface="Bookman Old Style"/>
                <a:sym typeface="Bookman Old Style"/>
              </a:defRPr>
            </a:lvl9pPr>
          </a:lstStyle>
          <a:p/>
        </p:txBody>
      </p:sp>
      <p:sp>
        <p:nvSpPr>
          <p:cNvPr id="13" name="Google Shape;13;p7"/>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050" u="none" cap="none" strike="noStrike">
                <a:solidFill>
                  <a:schemeClr val="lt1"/>
                </a:solidFill>
                <a:latin typeface="Bookman Old Style"/>
                <a:ea typeface="Bookman Old Style"/>
                <a:cs typeface="Bookman Old Style"/>
                <a:sym typeface="Bookman Old Styl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Bookman Old Style"/>
                <a:ea typeface="Bookman Old Style"/>
                <a:cs typeface="Bookman Old Style"/>
                <a:sym typeface="Bookman Old Style"/>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Bookman Old Style"/>
                <a:ea typeface="Bookman Old Style"/>
                <a:cs typeface="Bookman Old Style"/>
                <a:sym typeface="Bookman Old Style"/>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Bookman Old Style"/>
                <a:ea typeface="Bookman Old Style"/>
                <a:cs typeface="Bookman Old Style"/>
                <a:sym typeface="Bookman Old Style"/>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Bookman Old Style"/>
                <a:ea typeface="Bookman Old Style"/>
                <a:cs typeface="Bookman Old Style"/>
                <a:sym typeface="Bookman Old Style"/>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Bookman Old Style"/>
                <a:ea typeface="Bookman Old Style"/>
                <a:cs typeface="Bookman Old Style"/>
                <a:sym typeface="Bookman Old Style"/>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Bookman Old Style"/>
                <a:ea typeface="Bookman Old Style"/>
                <a:cs typeface="Bookman Old Style"/>
                <a:sym typeface="Bookman Old Style"/>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Bookman Old Style"/>
                <a:ea typeface="Bookman Old Style"/>
                <a:cs typeface="Bookman Old Style"/>
                <a:sym typeface="Bookman Old Style"/>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Bookman Old Style"/>
                <a:ea typeface="Bookman Old Style"/>
                <a:cs typeface="Bookman Old Style"/>
                <a:sym typeface="Bookman Old Style"/>
              </a:defRPr>
            </a:lvl9pPr>
          </a:lstStyle>
          <a:p/>
        </p:txBody>
      </p:sp>
      <p:sp>
        <p:nvSpPr>
          <p:cNvPr id="14" name="Google Shape;14;p7"/>
          <p:cNvSpPr/>
          <p:nvPr>
            <p:ph idx="12" type="sldNum"/>
          </p:nvPr>
        </p:nvSpPr>
        <p:spPr>
          <a:xfrm>
            <a:off x="10758922" y="6217920"/>
            <a:ext cx="365760" cy="365760"/>
          </a:xfrm>
          <a:prstGeom prst="ellipse">
            <a:avLst/>
          </a:prstGeom>
          <a:solidFill>
            <a:srgbClr val="1D1D1D">
              <a:alpha val="69020"/>
            </a:srgbClr>
          </a:solidFill>
          <a:ln>
            <a:noFill/>
          </a:ln>
        </p:spPr>
        <p:txBody>
          <a:bodyPr anchorCtr="0" anchor="ctr" bIns="45700" lIns="18275" spcFirstLastPara="1" rIns="18275" wrap="square" tIns="45700">
            <a:noAutofit/>
          </a:bodyPr>
          <a:lstStyle>
            <a:lvl1pPr indent="0" lvl="0"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1pPr>
            <a:lvl2pPr indent="0" lvl="1"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2pPr>
            <a:lvl3pPr indent="0" lvl="2"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3pPr>
            <a:lvl4pPr indent="0" lvl="3"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4pPr>
            <a:lvl5pPr indent="0" lvl="4"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5pPr>
            <a:lvl6pPr indent="0" lvl="5"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6pPr>
            <a:lvl7pPr indent="0" lvl="6"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7pPr>
            <a:lvl8pPr indent="0" lvl="7"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8pPr>
            <a:lvl9pPr indent="0" lvl="8"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9pPr>
          </a:lstStyle>
          <a:p>
            <a:pPr indent="0" lvl="0" marL="0" rtl="0" algn="ct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22" name="Shape 22"/>
        <p:cNvGrpSpPr/>
        <p:nvPr/>
      </p:nvGrpSpPr>
      <p:grpSpPr>
        <a:xfrm>
          <a:off x="0" y="0"/>
          <a:ext cx="0" cy="0"/>
          <a:chOff x="0" y="0"/>
          <a:chExt cx="0" cy="0"/>
        </a:xfrm>
      </p:grpSpPr>
      <p:sp>
        <p:nvSpPr>
          <p:cNvPr id="23" name="Google Shape;23;p6"/>
          <p:cNvSpPr txBox="1"/>
          <p:nvPr>
            <p:ph type="title"/>
          </p:nvPr>
        </p:nvSpPr>
        <p:spPr>
          <a:xfrm>
            <a:off x="2231136" y="964692"/>
            <a:ext cx="7729728" cy="1188720"/>
          </a:xfrm>
          <a:prstGeom prst="rect">
            <a:avLst/>
          </a:prstGeom>
          <a:solidFill>
            <a:srgbClr val="FFFFFF"/>
          </a:solidFill>
          <a:ln cap="sq" cmpd="sng" w="31750">
            <a:solidFill>
              <a:srgbClr val="404040"/>
            </a:solidFill>
            <a:prstDash val="solid"/>
            <a:miter lim="8000"/>
            <a:headEnd len="sm" w="sm" type="none"/>
            <a:tailEnd len="sm" w="sm" type="none"/>
          </a:ln>
        </p:spPr>
        <p:txBody>
          <a:bodyPr anchorCtr="0" anchor="ctr" bIns="182875" lIns="182875" spcFirstLastPara="1" rIns="182875" wrap="square" tIns="182875">
            <a:normAutofit/>
          </a:bodyPr>
          <a:lstStyle>
            <a:lvl1pPr lvl="0" marR="0" rtl="0" algn="ctr">
              <a:lnSpc>
                <a:spcPct val="90000"/>
              </a:lnSpc>
              <a:spcBef>
                <a:spcPts val="0"/>
              </a:spcBef>
              <a:spcAft>
                <a:spcPts val="0"/>
              </a:spcAft>
              <a:buClr>
                <a:srgbClr val="262626"/>
              </a:buClr>
              <a:buSzPts val="2800"/>
              <a:buFont typeface="Bookman Old Style"/>
              <a:buNone/>
              <a:defRPr b="0" i="0" sz="2800" u="none" cap="none" strike="noStrike">
                <a:solidFill>
                  <a:srgbClr val="262626"/>
                </a:solidFill>
                <a:latin typeface="Bookman Old Style"/>
                <a:ea typeface="Bookman Old Style"/>
                <a:cs typeface="Bookman Old Style"/>
                <a:sym typeface="Bookman Old Styl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4" name="Google Shape;24;p6"/>
          <p:cNvSpPr txBox="1"/>
          <p:nvPr>
            <p:ph idx="1" type="body"/>
          </p:nvPr>
        </p:nvSpPr>
        <p:spPr>
          <a:xfrm>
            <a:off x="2231136" y="2638044"/>
            <a:ext cx="7729728" cy="3101983"/>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100000"/>
              </a:lnSpc>
              <a:spcBef>
                <a:spcPts val="1000"/>
              </a:spcBef>
              <a:spcAft>
                <a:spcPts val="0"/>
              </a:spcAft>
              <a:buClr>
                <a:schemeClr val="accent2"/>
              </a:buClr>
              <a:buSzPts val="1800"/>
              <a:buFont typeface="Arial"/>
              <a:buChar char="•"/>
              <a:defRPr b="0" i="0" sz="1800" u="none" cap="none" strike="noStrike">
                <a:solidFill>
                  <a:srgbClr val="262626"/>
                </a:solidFill>
                <a:latin typeface="Bookman Old Style"/>
                <a:ea typeface="Bookman Old Style"/>
                <a:cs typeface="Bookman Old Style"/>
                <a:sym typeface="Bookman Old Style"/>
              </a:defRPr>
            </a:lvl1pPr>
            <a:lvl2pPr indent="-330200" lvl="1" marL="914400" marR="0" rtl="0" algn="l">
              <a:lnSpc>
                <a:spcPct val="100000"/>
              </a:lnSpc>
              <a:spcBef>
                <a:spcPts val="1000"/>
              </a:spcBef>
              <a:spcAft>
                <a:spcPts val="0"/>
              </a:spcAft>
              <a:buClr>
                <a:schemeClr val="accent2"/>
              </a:buClr>
              <a:buSzPts val="1600"/>
              <a:buFont typeface="Arial"/>
              <a:buChar char="•"/>
              <a:defRPr b="0" i="0" sz="1600" u="none" cap="none" strike="noStrike">
                <a:solidFill>
                  <a:srgbClr val="262626"/>
                </a:solidFill>
                <a:latin typeface="Bookman Old Style"/>
                <a:ea typeface="Bookman Old Style"/>
                <a:cs typeface="Bookman Old Style"/>
                <a:sym typeface="Bookman Old Style"/>
              </a:defRPr>
            </a:lvl2pPr>
            <a:lvl3pPr indent="-330200" lvl="2" marL="1371600" marR="0" rtl="0" algn="l">
              <a:lnSpc>
                <a:spcPct val="100000"/>
              </a:lnSpc>
              <a:spcBef>
                <a:spcPts val="1000"/>
              </a:spcBef>
              <a:spcAft>
                <a:spcPts val="0"/>
              </a:spcAft>
              <a:buClr>
                <a:schemeClr val="accent2"/>
              </a:buClr>
              <a:buSzPts val="1600"/>
              <a:buFont typeface="Arial"/>
              <a:buChar char="•"/>
              <a:defRPr b="0" i="0" sz="1600" u="none" cap="none" strike="noStrike">
                <a:solidFill>
                  <a:srgbClr val="262626"/>
                </a:solidFill>
                <a:latin typeface="Bookman Old Style"/>
                <a:ea typeface="Bookman Old Style"/>
                <a:cs typeface="Bookman Old Style"/>
                <a:sym typeface="Bookman Old Style"/>
              </a:defRPr>
            </a:lvl3pPr>
            <a:lvl4pPr indent="-330200" lvl="3" marL="1828800" marR="0" rtl="0" algn="l">
              <a:lnSpc>
                <a:spcPct val="100000"/>
              </a:lnSpc>
              <a:spcBef>
                <a:spcPts val="1000"/>
              </a:spcBef>
              <a:spcAft>
                <a:spcPts val="0"/>
              </a:spcAft>
              <a:buClr>
                <a:schemeClr val="accent2"/>
              </a:buClr>
              <a:buSzPts val="1600"/>
              <a:buFont typeface="Arial"/>
              <a:buChar char="•"/>
              <a:defRPr b="0" i="0" sz="1600" u="none" cap="none" strike="noStrike">
                <a:solidFill>
                  <a:srgbClr val="262626"/>
                </a:solidFill>
                <a:latin typeface="Bookman Old Style"/>
                <a:ea typeface="Bookman Old Style"/>
                <a:cs typeface="Bookman Old Style"/>
                <a:sym typeface="Bookman Old Style"/>
              </a:defRPr>
            </a:lvl4pPr>
            <a:lvl5pPr indent="-330200" lvl="4" marL="2286000" marR="0" rtl="0" algn="l">
              <a:lnSpc>
                <a:spcPct val="100000"/>
              </a:lnSpc>
              <a:spcBef>
                <a:spcPts val="1000"/>
              </a:spcBef>
              <a:spcAft>
                <a:spcPts val="0"/>
              </a:spcAft>
              <a:buClr>
                <a:schemeClr val="accent2"/>
              </a:buClr>
              <a:buSzPts val="1600"/>
              <a:buFont typeface="Arial"/>
              <a:buChar char="•"/>
              <a:defRPr b="0" i="0" sz="1600" u="none" cap="none" strike="noStrike">
                <a:solidFill>
                  <a:srgbClr val="262626"/>
                </a:solidFill>
                <a:latin typeface="Bookman Old Style"/>
                <a:ea typeface="Bookman Old Style"/>
                <a:cs typeface="Bookman Old Style"/>
                <a:sym typeface="Bookman Old Style"/>
              </a:defRPr>
            </a:lvl5pPr>
            <a:lvl6pPr indent="-330200" lvl="5" marL="2743200" marR="0" rtl="0" algn="l">
              <a:lnSpc>
                <a:spcPct val="100000"/>
              </a:lnSpc>
              <a:spcBef>
                <a:spcPts val="1000"/>
              </a:spcBef>
              <a:spcAft>
                <a:spcPts val="0"/>
              </a:spcAft>
              <a:buClr>
                <a:schemeClr val="accent2"/>
              </a:buClr>
              <a:buSzPts val="1600"/>
              <a:buFont typeface="Arial"/>
              <a:buChar char="•"/>
              <a:defRPr b="0" i="0" sz="1600" u="none" cap="none" strike="noStrike">
                <a:solidFill>
                  <a:schemeClr val="dk1"/>
                </a:solidFill>
                <a:latin typeface="Bookman Old Style"/>
                <a:ea typeface="Bookman Old Style"/>
                <a:cs typeface="Bookman Old Style"/>
                <a:sym typeface="Bookman Old Style"/>
              </a:defRPr>
            </a:lvl6pPr>
            <a:lvl7pPr indent="-330200" lvl="6" marL="3200400" marR="0" rtl="0" algn="l">
              <a:lnSpc>
                <a:spcPct val="100000"/>
              </a:lnSpc>
              <a:spcBef>
                <a:spcPts val="1000"/>
              </a:spcBef>
              <a:spcAft>
                <a:spcPts val="0"/>
              </a:spcAft>
              <a:buClr>
                <a:schemeClr val="accent2"/>
              </a:buClr>
              <a:buSzPts val="1600"/>
              <a:buFont typeface="Arial"/>
              <a:buChar char="•"/>
              <a:defRPr b="0" i="0" sz="1600" u="none" cap="none" strike="noStrike">
                <a:solidFill>
                  <a:schemeClr val="dk1"/>
                </a:solidFill>
                <a:latin typeface="Bookman Old Style"/>
                <a:ea typeface="Bookman Old Style"/>
                <a:cs typeface="Bookman Old Style"/>
                <a:sym typeface="Bookman Old Style"/>
              </a:defRPr>
            </a:lvl7pPr>
            <a:lvl8pPr indent="-330200" lvl="7" marL="3657600" marR="0" rtl="0" algn="l">
              <a:lnSpc>
                <a:spcPct val="100000"/>
              </a:lnSpc>
              <a:spcBef>
                <a:spcPts val="1000"/>
              </a:spcBef>
              <a:spcAft>
                <a:spcPts val="0"/>
              </a:spcAft>
              <a:buClr>
                <a:schemeClr val="accent2"/>
              </a:buClr>
              <a:buSzPts val="1600"/>
              <a:buFont typeface="Arial"/>
              <a:buChar char="•"/>
              <a:defRPr b="0" i="0" sz="1600" u="none" cap="none" strike="noStrike">
                <a:solidFill>
                  <a:schemeClr val="dk1"/>
                </a:solidFill>
                <a:latin typeface="Bookman Old Style"/>
                <a:ea typeface="Bookman Old Style"/>
                <a:cs typeface="Bookman Old Style"/>
                <a:sym typeface="Bookman Old Style"/>
              </a:defRPr>
            </a:lvl8pPr>
            <a:lvl9pPr indent="-330200" lvl="8" marL="4114800" marR="0" rtl="0" algn="l">
              <a:lnSpc>
                <a:spcPct val="100000"/>
              </a:lnSpc>
              <a:spcBef>
                <a:spcPts val="1000"/>
              </a:spcBef>
              <a:spcAft>
                <a:spcPts val="0"/>
              </a:spcAft>
              <a:buClr>
                <a:schemeClr val="accent2"/>
              </a:buClr>
              <a:buSzPts val="1600"/>
              <a:buFont typeface="Arial"/>
              <a:buChar char="•"/>
              <a:defRPr b="0" i="0" sz="1600" u="none" cap="none" strike="noStrike">
                <a:solidFill>
                  <a:schemeClr val="dk1"/>
                </a:solidFill>
                <a:latin typeface="Bookman Old Style"/>
                <a:ea typeface="Bookman Old Style"/>
                <a:cs typeface="Bookman Old Style"/>
                <a:sym typeface="Bookman Old Style"/>
              </a:defRPr>
            </a:lvl9pPr>
          </a:lstStyle>
          <a:p/>
        </p:txBody>
      </p:sp>
      <p:sp>
        <p:nvSpPr>
          <p:cNvPr id="25" name="Google Shape;25;p6"/>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50" u="none" cap="none" strike="noStrike">
                <a:solidFill>
                  <a:schemeClr val="dk1"/>
                </a:solidFill>
                <a:latin typeface="Bookman Old Style"/>
                <a:ea typeface="Bookman Old Style"/>
                <a:cs typeface="Bookman Old Style"/>
                <a:sym typeface="Bookman Old Styl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9pPr>
          </a:lstStyle>
          <a:p/>
        </p:txBody>
      </p:sp>
      <p:sp>
        <p:nvSpPr>
          <p:cNvPr id="26" name="Google Shape;26;p6"/>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050" u="none" cap="none" strike="noStrike">
                <a:solidFill>
                  <a:schemeClr val="dk1"/>
                </a:solidFill>
                <a:latin typeface="Bookman Old Style"/>
                <a:ea typeface="Bookman Old Style"/>
                <a:cs typeface="Bookman Old Style"/>
                <a:sym typeface="Bookman Old Styl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9pPr>
          </a:lstStyle>
          <a:p/>
        </p:txBody>
      </p:sp>
      <p:sp>
        <p:nvSpPr>
          <p:cNvPr id="27" name="Google Shape;27;p6"/>
          <p:cNvSpPr/>
          <p:nvPr>
            <p:ph idx="12" type="sldNum"/>
          </p:nvPr>
        </p:nvSpPr>
        <p:spPr>
          <a:xfrm>
            <a:off x="10758922" y="6217920"/>
            <a:ext cx="365760" cy="365760"/>
          </a:xfrm>
          <a:prstGeom prst="ellipse">
            <a:avLst/>
          </a:prstGeom>
          <a:solidFill>
            <a:srgbClr val="1D1D1D">
              <a:alpha val="69020"/>
            </a:srgbClr>
          </a:solidFill>
          <a:ln>
            <a:noFill/>
          </a:ln>
        </p:spPr>
        <p:txBody>
          <a:bodyPr anchorCtr="0" anchor="ctr" bIns="45700" lIns="18275" spcFirstLastPara="1" rIns="18275" wrap="square" tIns="45700">
            <a:noAutofit/>
          </a:bodyPr>
          <a:lstStyle>
            <a:lvl1pPr indent="0" lvl="0"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1pPr>
            <a:lvl2pPr indent="0" lvl="1"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2pPr>
            <a:lvl3pPr indent="0" lvl="2"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3pPr>
            <a:lvl4pPr indent="0" lvl="3"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4pPr>
            <a:lvl5pPr indent="0" lvl="4"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5pPr>
            <a:lvl6pPr indent="0" lvl="5"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6pPr>
            <a:lvl7pPr indent="0" lvl="6"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7pPr>
            <a:lvl8pPr indent="0" lvl="7"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8pPr>
            <a:lvl9pPr indent="0" lvl="8"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Bookman Old Style"/>
                <a:ea typeface="Bookman Old Style"/>
                <a:cs typeface="Bookman Old Style"/>
                <a:sym typeface="Bookman Old Style"/>
              </a:defRPr>
            </a:lvl9pPr>
          </a:lstStyle>
          <a:p>
            <a:pPr indent="0" lvl="0" marL="0" rtl="0" algn="ct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8.jp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1.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4.pn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0.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6.jp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9.jpg"/><Relationship Id="rId4" Type="http://schemas.openxmlformats.org/officeDocument/2006/relationships/image" Target="../media/image8.jpg"/><Relationship Id="rId5" Type="http://schemas.openxmlformats.org/officeDocument/2006/relationships/image" Target="../media/image5.jpg"/><Relationship Id="rId6" Type="http://schemas.openxmlformats.org/officeDocument/2006/relationships/image" Target="../media/image7.jpg"/><Relationship Id="rId7"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4.jpg"/><Relationship Id="rId4" Type="http://schemas.openxmlformats.org/officeDocument/2006/relationships/image" Target="../media/image29.jpg"/><Relationship Id="rId5" Type="http://schemas.openxmlformats.org/officeDocument/2006/relationships/image" Target="../media/image3.jpg"/><Relationship Id="rId6" Type="http://schemas.openxmlformats.org/officeDocument/2006/relationships/image" Target="../media/image10.jpg"/><Relationship Id="rId7"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5.jpg"/><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6.jpg"/><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2.jpg"/><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1.jpg"/><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9.jpg"/><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5.png"/><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1.png"/><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7.png"/><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0.png"/><Relationship Id="rId4"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7.png"/><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4.png"/><Relationship Id="rId4"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8.png"/><Relationship Id="rId4"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3.png"/><Relationship Id="rId4"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hyperlink" Target="https://getbootstrap.com/" TargetMode="External"/><Relationship Id="rId4" Type="http://schemas.openxmlformats.org/officeDocument/2006/relationships/hyperlink" Target="https://themesberg.com/product/admin-dashboard/volt-bootstrap-5-dashboard" TargetMode="External"/><Relationship Id="rId5" Type="http://schemas.openxmlformats.org/officeDocument/2006/relationships/hyperlink" Target="https://fontawesome.com/" TargetMode="External"/><Relationship Id="rId6"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7" name="Shape 107"/>
        <p:cNvGrpSpPr/>
        <p:nvPr/>
      </p:nvGrpSpPr>
      <p:grpSpPr>
        <a:xfrm>
          <a:off x="0" y="0"/>
          <a:ext cx="0" cy="0"/>
          <a:chOff x="0" y="0"/>
          <a:chExt cx="0" cy="0"/>
        </a:xfrm>
      </p:grpSpPr>
      <p:sp>
        <p:nvSpPr>
          <p:cNvPr id="108" name="Google Shape;108;p1"/>
          <p:cNvSpPr txBox="1"/>
          <p:nvPr/>
        </p:nvSpPr>
        <p:spPr>
          <a:xfrm>
            <a:off x="95250" y="0"/>
            <a:ext cx="12192000" cy="984855"/>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1" i="0" lang="en-IN" sz="2800" u="none" cap="none" strike="noStrike">
                <a:solidFill>
                  <a:srgbClr val="980000"/>
                </a:solidFill>
                <a:latin typeface="Times New Roman"/>
                <a:ea typeface="Times New Roman"/>
                <a:cs typeface="Times New Roman"/>
                <a:sym typeface="Times New Roman"/>
              </a:rPr>
              <a:t>Silver Oak College of Computer Application </a:t>
            </a:r>
            <a:endParaRPr b="1" i="0" sz="2800" u="none" cap="none" strike="noStrike">
              <a:solidFill>
                <a:srgbClr val="98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000"/>
              <a:buFont typeface="Arial"/>
              <a:buNone/>
            </a:pPr>
            <a:r>
              <a:rPr b="1" i="0" lang="en-IN" sz="2400" u="none" cap="none" strike="noStrike">
                <a:solidFill>
                  <a:srgbClr val="980000"/>
                </a:solidFill>
                <a:latin typeface="Times New Roman"/>
                <a:ea typeface="Times New Roman"/>
                <a:cs typeface="Times New Roman"/>
                <a:sym typeface="Times New Roman"/>
              </a:rPr>
              <a:t>Department of Computer Application </a:t>
            </a:r>
            <a:endParaRPr b="1" i="0" sz="2400" u="none" cap="none" strike="noStrike">
              <a:solidFill>
                <a:srgbClr val="980000"/>
              </a:solidFill>
              <a:latin typeface="Times New Roman"/>
              <a:ea typeface="Times New Roman"/>
              <a:cs typeface="Times New Roman"/>
              <a:sym typeface="Times New Roman"/>
            </a:endParaRPr>
          </a:p>
        </p:txBody>
      </p:sp>
      <p:sp>
        <p:nvSpPr>
          <p:cNvPr id="109" name="Google Shape;109;p1"/>
          <p:cNvSpPr txBox="1"/>
          <p:nvPr/>
        </p:nvSpPr>
        <p:spPr>
          <a:xfrm>
            <a:off x="0" y="1200600"/>
            <a:ext cx="12192000" cy="4920300"/>
          </a:xfrm>
          <a:prstGeom prst="rect">
            <a:avLst/>
          </a:prstGeom>
          <a:noFill/>
          <a:ln>
            <a:noFill/>
          </a:ln>
        </p:spPr>
        <p:txBody>
          <a:bodyPr anchorCtr="0" anchor="t" bIns="91425" lIns="91425" spcFirstLastPara="1" rIns="91425" wrap="square" tIns="91425">
            <a:spAutoFit/>
          </a:bodyPr>
          <a:lstStyle/>
          <a:p>
            <a:pPr indent="-342900" lvl="0" marL="342900" marR="0" rtl="0" algn="ctr">
              <a:lnSpc>
                <a:spcPct val="100000"/>
              </a:lnSpc>
              <a:spcBef>
                <a:spcPts val="0"/>
              </a:spcBef>
              <a:spcAft>
                <a:spcPts val="0"/>
              </a:spcAft>
              <a:buClr>
                <a:srgbClr val="000000"/>
              </a:buClr>
              <a:buSzPts val="900"/>
              <a:buFont typeface="Arial"/>
              <a:buNone/>
            </a:pPr>
            <a:r>
              <a:t/>
            </a:r>
            <a:endParaRPr b="1" i="0" sz="900" u="none" cap="none" strike="noStrike">
              <a:solidFill>
                <a:schemeClr val="dk1"/>
              </a:solidFill>
              <a:latin typeface="Times New Roman"/>
              <a:ea typeface="Times New Roman"/>
              <a:cs typeface="Times New Roman"/>
              <a:sym typeface="Times New Roman"/>
            </a:endParaRPr>
          </a:p>
          <a:p>
            <a:pPr indent="-342900" lvl="0" marL="342900" marR="0" rtl="0" algn="ctr">
              <a:lnSpc>
                <a:spcPct val="100000"/>
              </a:lnSpc>
              <a:spcBef>
                <a:spcPts val="374"/>
              </a:spcBef>
              <a:spcAft>
                <a:spcPts val="0"/>
              </a:spcAft>
              <a:buClr>
                <a:srgbClr val="000000"/>
              </a:buClr>
              <a:buSzPts val="1400"/>
              <a:buFont typeface="Arial"/>
              <a:buNone/>
            </a:pPr>
            <a:r>
              <a:rPr b="1" i="0" lang="en-IN" sz="1400" u="none" cap="none" strike="noStrike">
                <a:solidFill>
                  <a:schemeClr val="dk1"/>
                </a:solidFill>
                <a:latin typeface="Times New Roman"/>
                <a:ea typeface="Times New Roman"/>
                <a:cs typeface="Times New Roman"/>
                <a:sym typeface="Times New Roman"/>
              </a:rPr>
              <a:t>A PROJECT PRESENTATION</a:t>
            </a:r>
            <a:endParaRPr b="0" i="0" sz="2400" u="none" cap="none" strike="noStrike">
              <a:solidFill>
                <a:schemeClr val="dk1"/>
              </a:solidFill>
              <a:latin typeface="Calibri"/>
              <a:ea typeface="Calibri"/>
              <a:cs typeface="Calibri"/>
              <a:sym typeface="Calibri"/>
            </a:endParaRPr>
          </a:p>
          <a:p>
            <a:pPr indent="-342900" lvl="0" marL="342900" marR="0" rtl="0" algn="ctr">
              <a:lnSpc>
                <a:spcPct val="100000"/>
              </a:lnSpc>
              <a:spcBef>
                <a:spcPts val="374"/>
              </a:spcBef>
              <a:spcAft>
                <a:spcPts val="0"/>
              </a:spcAft>
              <a:buClr>
                <a:srgbClr val="000000"/>
              </a:buClr>
              <a:buSzPts val="1400"/>
              <a:buFont typeface="Arial"/>
              <a:buNone/>
            </a:pPr>
            <a:r>
              <a:rPr b="1" i="0" lang="en-IN" sz="1400" u="none" cap="none" strike="noStrike">
                <a:solidFill>
                  <a:schemeClr val="dk1"/>
                </a:solidFill>
                <a:latin typeface="Times New Roman"/>
                <a:ea typeface="Times New Roman"/>
                <a:cs typeface="Times New Roman"/>
                <a:sym typeface="Times New Roman"/>
              </a:rPr>
              <a:t>ON</a:t>
            </a:r>
            <a:endParaRPr b="0" i="0" sz="2400" u="none" cap="none" strike="noStrike">
              <a:solidFill>
                <a:schemeClr val="dk1"/>
              </a:solidFill>
              <a:latin typeface="Calibri"/>
              <a:ea typeface="Calibri"/>
              <a:cs typeface="Calibri"/>
              <a:sym typeface="Calibri"/>
            </a:endParaRPr>
          </a:p>
          <a:p>
            <a:pPr indent="-342900" lvl="0" marL="342900" marR="0" rtl="0" algn="ctr">
              <a:lnSpc>
                <a:spcPct val="100000"/>
              </a:lnSpc>
              <a:spcBef>
                <a:spcPts val="374"/>
              </a:spcBef>
              <a:spcAft>
                <a:spcPts val="0"/>
              </a:spcAft>
              <a:buClr>
                <a:srgbClr val="000000"/>
              </a:buClr>
              <a:buSzPts val="1400"/>
              <a:buFont typeface="Arial"/>
              <a:buNone/>
            </a:pPr>
            <a:r>
              <a:rPr b="1" i="0" lang="en-IN" sz="1400" u="none" cap="none" strike="noStrike">
                <a:solidFill>
                  <a:schemeClr val="dk1"/>
                </a:solidFill>
                <a:latin typeface="Times New Roman"/>
                <a:ea typeface="Times New Roman"/>
                <a:cs typeface="Times New Roman"/>
                <a:sym typeface="Times New Roman"/>
              </a:rPr>
              <a:t>JOB PORTAL </a:t>
            </a:r>
            <a:endParaRPr b="1" i="0" sz="1400" u="none" cap="none" strike="noStrike">
              <a:solidFill>
                <a:schemeClr val="dk1"/>
              </a:solidFill>
              <a:latin typeface="Times New Roman"/>
              <a:ea typeface="Times New Roman"/>
              <a:cs typeface="Times New Roman"/>
              <a:sym typeface="Times New Roman"/>
            </a:endParaRPr>
          </a:p>
          <a:p>
            <a:pPr indent="-342900" lvl="0" marL="342900" marR="0" rtl="0" algn="ctr">
              <a:lnSpc>
                <a:spcPct val="100000"/>
              </a:lnSpc>
              <a:spcBef>
                <a:spcPts val="238"/>
              </a:spcBef>
              <a:spcAft>
                <a:spcPts val="0"/>
              </a:spcAft>
              <a:buClr>
                <a:srgbClr val="000000"/>
              </a:buClr>
              <a:buSzPts val="600"/>
              <a:buFont typeface="Arial"/>
              <a:buNone/>
            </a:pPr>
            <a:r>
              <a:t/>
            </a:r>
            <a:endParaRPr b="1" i="0" sz="600" u="none" cap="none" strike="noStrike">
              <a:solidFill>
                <a:schemeClr val="dk1"/>
              </a:solidFill>
              <a:latin typeface="Times New Roman"/>
              <a:ea typeface="Times New Roman"/>
              <a:cs typeface="Times New Roman"/>
              <a:sym typeface="Times New Roman"/>
            </a:endParaRPr>
          </a:p>
          <a:p>
            <a:pPr indent="-342900" lvl="0" marL="342900" marR="0" rtl="0" algn="ctr">
              <a:lnSpc>
                <a:spcPct val="100000"/>
              </a:lnSpc>
              <a:spcBef>
                <a:spcPts val="374"/>
              </a:spcBef>
              <a:spcAft>
                <a:spcPts val="0"/>
              </a:spcAft>
              <a:buClr>
                <a:srgbClr val="000000"/>
              </a:buClr>
              <a:buSzPts val="1400"/>
              <a:buFont typeface="Arial"/>
              <a:buNone/>
            </a:pPr>
            <a:r>
              <a:rPr b="1" i="0" lang="en-IN" sz="1400" u="sng" cap="none" strike="noStrike">
                <a:solidFill>
                  <a:schemeClr val="dk1"/>
                </a:solidFill>
                <a:latin typeface="Times New Roman"/>
                <a:ea typeface="Times New Roman"/>
                <a:cs typeface="Times New Roman"/>
                <a:sym typeface="Times New Roman"/>
              </a:rPr>
              <a:t>Submitted By</a:t>
            </a:r>
            <a:endParaRPr b="0" i="0" sz="2400" u="none" cap="none" strike="noStrike">
              <a:solidFill>
                <a:schemeClr val="dk1"/>
              </a:solidFill>
              <a:latin typeface="Calibri"/>
              <a:ea typeface="Calibri"/>
              <a:cs typeface="Calibri"/>
              <a:sym typeface="Calibri"/>
            </a:endParaRPr>
          </a:p>
          <a:p>
            <a:pPr indent="-342900" lvl="0" marL="342900" marR="0" rtl="0" algn="ctr">
              <a:lnSpc>
                <a:spcPct val="100000"/>
              </a:lnSpc>
              <a:spcBef>
                <a:spcPts val="425"/>
              </a:spcBef>
              <a:spcAft>
                <a:spcPts val="0"/>
              </a:spcAft>
              <a:buClr>
                <a:srgbClr val="000000"/>
              </a:buClr>
              <a:buSzPts val="1400"/>
              <a:buFont typeface="Arial"/>
              <a:buNone/>
            </a:pPr>
            <a:r>
              <a:rPr b="1" i="0" lang="en-IN" sz="1400" u="none" cap="none" strike="noStrike">
                <a:solidFill>
                  <a:schemeClr val="dk1"/>
                </a:solidFill>
                <a:latin typeface="Times New Roman"/>
                <a:ea typeface="Times New Roman"/>
                <a:cs typeface="Times New Roman"/>
                <a:sym typeface="Times New Roman"/>
              </a:rPr>
              <a:t>    </a:t>
            </a:r>
            <a:r>
              <a:rPr b="0" i="0" lang="en-IN" sz="1400" u="none" cap="none" strike="noStrike">
                <a:solidFill>
                  <a:schemeClr val="dk1"/>
                </a:solidFill>
                <a:latin typeface="Times New Roman"/>
                <a:ea typeface="Times New Roman"/>
                <a:cs typeface="Times New Roman"/>
                <a:sym typeface="Times New Roman"/>
              </a:rPr>
              <a:t> </a:t>
            </a:r>
            <a:r>
              <a:rPr lang="en-IN">
                <a:solidFill>
                  <a:schemeClr val="dk1"/>
                </a:solidFill>
                <a:latin typeface="Times New Roman"/>
                <a:ea typeface="Times New Roman"/>
                <a:cs typeface="Times New Roman"/>
                <a:sym typeface="Times New Roman"/>
              </a:rPr>
              <a:t>Kapil </a:t>
            </a:r>
            <a:r>
              <a:rPr b="0" i="0" lang="en-IN" sz="1400" u="none" cap="none" strike="noStrike">
                <a:solidFill>
                  <a:schemeClr val="dk1"/>
                </a:solidFill>
                <a:latin typeface="Times New Roman"/>
                <a:ea typeface="Times New Roman"/>
                <a:cs typeface="Times New Roman"/>
                <a:sym typeface="Times New Roman"/>
              </a:rPr>
              <a:t>Dave(2304070100022)</a:t>
            </a:r>
            <a:endParaRPr b="0" i="0" sz="1400" u="none" cap="none" strike="noStrike">
              <a:solidFill>
                <a:schemeClr val="dk1"/>
              </a:solidFill>
              <a:latin typeface="Calibri"/>
              <a:ea typeface="Calibri"/>
              <a:cs typeface="Calibri"/>
              <a:sym typeface="Calibri"/>
            </a:endParaRPr>
          </a:p>
          <a:p>
            <a:pPr indent="-342900" lvl="0" marL="342900" marR="0" rtl="0" algn="ctr">
              <a:lnSpc>
                <a:spcPct val="100000"/>
              </a:lnSpc>
              <a:spcBef>
                <a:spcPts val="272"/>
              </a:spcBef>
              <a:spcAft>
                <a:spcPts val="0"/>
              </a:spcAft>
              <a:buClr>
                <a:srgbClr val="000000"/>
              </a:buClr>
              <a:buSzPts val="800"/>
              <a:buFont typeface="Arial"/>
              <a:buNone/>
            </a:pPr>
            <a:r>
              <a:t/>
            </a:r>
            <a:endParaRPr b="0" i="0" sz="800" u="none" cap="none" strike="noStrike">
              <a:solidFill>
                <a:schemeClr val="dk1"/>
              </a:solidFill>
              <a:latin typeface="Arial"/>
              <a:ea typeface="Arial"/>
              <a:cs typeface="Arial"/>
              <a:sym typeface="Arial"/>
            </a:endParaRPr>
          </a:p>
          <a:p>
            <a:pPr indent="-342900" lvl="0" marL="342900" marR="0" rtl="0" algn="ctr">
              <a:lnSpc>
                <a:spcPct val="170000"/>
              </a:lnSpc>
              <a:spcBef>
                <a:spcPts val="374"/>
              </a:spcBef>
              <a:spcAft>
                <a:spcPts val="0"/>
              </a:spcAft>
              <a:buClr>
                <a:srgbClr val="000000"/>
              </a:buClr>
              <a:buSzPts val="1400"/>
              <a:buFont typeface="Arial"/>
              <a:buNone/>
            </a:pPr>
            <a:r>
              <a:rPr b="1" i="0" lang="en-IN" sz="1400" u="none" cap="none" strike="noStrike">
                <a:solidFill>
                  <a:schemeClr val="dk1"/>
                </a:solidFill>
                <a:latin typeface="Times New Roman"/>
                <a:ea typeface="Times New Roman"/>
                <a:cs typeface="Times New Roman"/>
                <a:sym typeface="Times New Roman"/>
              </a:rPr>
              <a:t>Master of Computer Application</a:t>
            </a:r>
            <a:endParaRPr b="1" i="0" sz="1400" u="none" cap="none" strike="noStrike">
              <a:solidFill>
                <a:schemeClr val="dk1"/>
              </a:solidFill>
              <a:latin typeface="Times New Roman"/>
              <a:ea typeface="Times New Roman"/>
              <a:cs typeface="Times New Roman"/>
              <a:sym typeface="Times New Roman"/>
            </a:endParaRPr>
          </a:p>
          <a:p>
            <a:pPr indent="-342900" lvl="0" marL="342900" marR="0" rtl="0" algn="ctr">
              <a:lnSpc>
                <a:spcPct val="170000"/>
              </a:lnSpc>
              <a:spcBef>
                <a:spcPts val="374"/>
              </a:spcBef>
              <a:spcAft>
                <a:spcPts val="0"/>
              </a:spcAft>
              <a:buClr>
                <a:srgbClr val="000000"/>
              </a:buClr>
              <a:buSzPts val="1400"/>
              <a:buFont typeface="Arial"/>
              <a:buNone/>
            </a:pPr>
            <a:r>
              <a:rPr b="1" i="0" lang="en-IN" sz="1400" u="none" cap="none" strike="noStrike">
                <a:solidFill>
                  <a:schemeClr val="dk1"/>
                </a:solidFill>
                <a:latin typeface="Times New Roman"/>
                <a:ea typeface="Times New Roman"/>
                <a:cs typeface="Times New Roman"/>
                <a:sym typeface="Times New Roman"/>
              </a:rPr>
              <a:t>Semester III</a:t>
            </a:r>
            <a:endParaRPr b="0" i="0" sz="2400" u="none" cap="none" strike="noStrike">
              <a:solidFill>
                <a:schemeClr val="dk1"/>
              </a:solidFill>
              <a:latin typeface="Calibri"/>
              <a:ea typeface="Calibri"/>
              <a:cs typeface="Calibri"/>
              <a:sym typeface="Calibri"/>
            </a:endParaRPr>
          </a:p>
          <a:p>
            <a:pPr indent="-342900" lvl="0" marL="342900" marR="0" rtl="0" algn="ctr">
              <a:lnSpc>
                <a:spcPct val="120000"/>
              </a:lnSpc>
              <a:spcBef>
                <a:spcPts val="374"/>
              </a:spcBef>
              <a:spcAft>
                <a:spcPts val="0"/>
              </a:spcAft>
              <a:buClr>
                <a:srgbClr val="000000"/>
              </a:buClr>
              <a:buSzPts val="1400"/>
              <a:buFont typeface="Arial"/>
              <a:buNone/>
            </a:pPr>
            <a:r>
              <a:t/>
            </a:r>
            <a:endParaRPr b="1" i="0" sz="1400" u="sng" cap="none" strike="noStrike">
              <a:solidFill>
                <a:schemeClr val="dk1"/>
              </a:solidFill>
              <a:latin typeface="Times New Roman"/>
              <a:ea typeface="Times New Roman"/>
              <a:cs typeface="Times New Roman"/>
              <a:sym typeface="Times New Roman"/>
            </a:endParaRPr>
          </a:p>
          <a:p>
            <a:pPr indent="-342900" lvl="0" marL="342900" marR="0" rtl="0" algn="ctr">
              <a:lnSpc>
                <a:spcPct val="120000"/>
              </a:lnSpc>
              <a:spcBef>
                <a:spcPts val="374"/>
              </a:spcBef>
              <a:spcAft>
                <a:spcPts val="0"/>
              </a:spcAft>
              <a:buClr>
                <a:srgbClr val="000000"/>
              </a:buClr>
              <a:buSzPts val="1400"/>
              <a:buFont typeface="Arial"/>
              <a:buNone/>
            </a:pPr>
            <a:r>
              <a:rPr b="1" i="0" lang="en-IN" sz="1400" u="sng" cap="none" strike="noStrike">
                <a:solidFill>
                  <a:schemeClr val="dk1"/>
                </a:solidFill>
                <a:latin typeface="Times New Roman"/>
                <a:ea typeface="Times New Roman"/>
                <a:cs typeface="Times New Roman"/>
                <a:sym typeface="Times New Roman"/>
              </a:rPr>
              <a:t>Guide</a:t>
            </a:r>
            <a:endParaRPr b="0" i="0" sz="2400" u="none" cap="none" strike="noStrike">
              <a:solidFill>
                <a:schemeClr val="dk1"/>
              </a:solidFill>
              <a:latin typeface="Calibri"/>
              <a:ea typeface="Calibri"/>
              <a:cs typeface="Calibri"/>
              <a:sym typeface="Calibri"/>
            </a:endParaRPr>
          </a:p>
          <a:p>
            <a:pPr indent="-342900" lvl="0" marL="342900" marR="0" rtl="0" algn="ctr">
              <a:lnSpc>
                <a:spcPct val="120000"/>
              </a:lnSpc>
              <a:spcBef>
                <a:spcPts val="289"/>
              </a:spcBef>
              <a:spcAft>
                <a:spcPts val="0"/>
              </a:spcAft>
              <a:buClr>
                <a:srgbClr val="000000"/>
              </a:buClr>
              <a:buSzPts val="1800"/>
              <a:buFont typeface="Arial"/>
              <a:buNone/>
            </a:pPr>
            <a:r>
              <a:rPr b="0" i="0" lang="en-IN" sz="1800" u="none" cap="none" strike="noStrike">
                <a:solidFill>
                  <a:schemeClr val="dk1"/>
                </a:solidFill>
                <a:latin typeface="Times New Roman"/>
                <a:ea typeface="Times New Roman"/>
                <a:cs typeface="Times New Roman"/>
                <a:sym typeface="Times New Roman"/>
              </a:rPr>
              <a:t>Mr. Shubh Shah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ctr">
              <a:lnSpc>
                <a:spcPct val="120000"/>
              </a:lnSpc>
              <a:spcBef>
                <a:spcPts val="255"/>
              </a:spcBef>
              <a:spcAft>
                <a:spcPts val="0"/>
              </a:spcAft>
              <a:buClr>
                <a:srgbClr val="000000"/>
              </a:buClr>
              <a:buSzPts val="700"/>
              <a:buFont typeface="Arial"/>
              <a:buNone/>
            </a:pPr>
            <a:r>
              <a:t/>
            </a:r>
            <a:endParaRPr b="1" i="0" sz="700" u="sng" cap="none" strike="noStrike">
              <a:solidFill>
                <a:schemeClr val="dk1"/>
              </a:solidFill>
              <a:latin typeface="Times New Roman"/>
              <a:ea typeface="Times New Roman"/>
              <a:cs typeface="Times New Roman"/>
              <a:sym typeface="Times New Roman"/>
            </a:endParaRPr>
          </a:p>
          <a:p>
            <a:pPr indent="-342900" lvl="0" marL="342900" marR="0" rtl="0" algn="ctr">
              <a:lnSpc>
                <a:spcPct val="100000"/>
              </a:lnSpc>
              <a:spcBef>
                <a:spcPts val="323"/>
              </a:spcBef>
              <a:spcAft>
                <a:spcPts val="0"/>
              </a:spcAft>
              <a:buClr>
                <a:srgbClr val="000000"/>
              </a:buClr>
              <a:buSzPts val="1100"/>
              <a:buFont typeface="Arial"/>
              <a:buNone/>
            </a:pPr>
            <a:r>
              <a:rPr b="1" i="0" lang="en-IN" sz="1100" u="sng" cap="none" strike="noStrike">
                <a:solidFill>
                  <a:schemeClr val="dk1"/>
                </a:solidFill>
                <a:latin typeface="Times New Roman"/>
                <a:ea typeface="Times New Roman"/>
                <a:cs typeface="Times New Roman"/>
                <a:sym typeface="Times New Roman"/>
              </a:rPr>
              <a:t>Submitted To</a:t>
            </a:r>
            <a:endParaRPr b="1" i="0" sz="1100" u="sng" cap="none" strike="noStrike">
              <a:solidFill>
                <a:schemeClr val="dk1"/>
              </a:solidFill>
              <a:latin typeface="Times New Roman"/>
              <a:ea typeface="Times New Roman"/>
              <a:cs typeface="Times New Roman"/>
              <a:sym typeface="Times New Roman"/>
            </a:endParaRPr>
          </a:p>
          <a:p>
            <a:pPr indent="-342900" lvl="0" marL="342900" marR="0" rtl="0" algn="ctr">
              <a:lnSpc>
                <a:spcPct val="100000"/>
              </a:lnSpc>
              <a:spcBef>
                <a:spcPts val="323"/>
              </a:spcBef>
              <a:spcAft>
                <a:spcPts val="0"/>
              </a:spcAft>
              <a:buClr>
                <a:srgbClr val="000000"/>
              </a:buClr>
              <a:buSzPts val="1100"/>
              <a:buFont typeface="Arial"/>
              <a:buNone/>
            </a:pPr>
            <a:r>
              <a:t/>
            </a:r>
            <a:endParaRPr b="1" i="0" sz="1100" u="sng"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400"/>
              <a:buFont typeface="Arial"/>
              <a:buNone/>
            </a:pPr>
            <a:r>
              <a:rPr b="1" i="0" lang="en-IN" sz="1400" u="none" cap="none" strike="noStrike">
                <a:solidFill>
                  <a:schemeClr val="dk1"/>
                </a:solidFill>
                <a:latin typeface="Times New Roman"/>
                <a:ea typeface="Times New Roman"/>
                <a:cs typeface="Times New Roman"/>
                <a:sym typeface="Times New Roman"/>
              </a:rPr>
              <a:t>Department of Computer Application </a:t>
            </a:r>
            <a:endParaRPr b="1" i="0" sz="14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289"/>
              </a:spcBef>
              <a:spcAft>
                <a:spcPts val="0"/>
              </a:spcAft>
              <a:buClr>
                <a:srgbClr val="000000"/>
              </a:buClr>
              <a:buSzPts val="900"/>
              <a:buFont typeface="Arial"/>
              <a:buNone/>
            </a:pPr>
            <a:r>
              <a:rPr b="0" i="0" lang="en-IN" sz="900" u="none" cap="none" strike="noStrike">
                <a:solidFill>
                  <a:schemeClr val="dk1"/>
                </a:solidFill>
                <a:latin typeface="Times New Roman"/>
                <a:ea typeface="Times New Roman"/>
                <a:cs typeface="Times New Roman"/>
                <a:sym typeface="Times New Roman"/>
              </a:rPr>
              <a:t>              </a:t>
            </a:r>
            <a:r>
              <a:rPr b="0" i="0" lang="en-IN" sz="1000" u="none" cap="none" strike="noStrike">
                <a:solidFill>
                  <a:schemeClr val="dk1"/>
                </a:solidFill>
                <a:latin typeface="Times New Roman"/>
                <a:ea typeface="Times New Roman"/>
                <a:cs typeface="Times New Roman"/>
                <a:sym typeface="Times New Roman"/>
              </a:rPr>
              <a:t>Silver Oak University, Gota, Ahmedabad, 382481</a:t>
            </a:r>
            <a:endParaRPr b="0" i="0" sz="2800" u="none" cap="none" strike="noStrike">
              <a:solidFill>
                <a:schemeClr val="dk1"/>
              </a:solidFill>
              <a:latin typeface="Calibri"/>
              <a:ea typeface="Calibri"/>
              <a:cs typeface="Calibri"/>
              <a:sym typeface="Calibri"/>
            </a:endParaRPr>
          </a:p>
          <a:p>
            <a:pPr indent="-342900" lvl="0" marL="342900" marR="0" rtl="0" algn="ctr">
              <a:lnSpc>
                <a:spcPct val="100000"/>
              </a:lnSpc>
              <a:spcBef>
                <a:spcPts val="289"/>
              </a:spcBef>
              <a:spcAft>
                <a:spcPts val="0"/>
              </a:spcAft>
              <a:buClr>
                <a:srgbClr val="000000"/>
              </a:buClr>
              <a:buSzPts val="1000"/>
              <a:buFont typeface="Arial"/>
              <a:buNone/>
            </a:pPr>
            <a:r>
              <a:rPr b="0" i="0" lang="en-IN" sz="1000" u="none" cap="none" strike="noStrike">
                <a:solidFill>
                  <a:schemeClr val="dk1"/>
                </a:solidFill>
                <a:latin typeface="Times New Roman"/>
                <a:ea typeface="Times New Roman"/>
                <a:cs typeface="Times New Roman"/>
                <a:sym typeface="Times New Roman"/>
              </a:rPr>
              <a:t>Academic Year 2026-27</a:t>
            </a:r>
            <a:endParaRPr b="0" i="0" sz="2800" u="none" cap="none" strike="noStrike">
              <a:solidFill>
                <a:schemeClr val="dk1"/>
              </a:solidFill>
              <a:latin typeface="Calibri"/>
              <a:ea typeface="Calibri"/>
              <a:cs typeface="Calibri"/>
              <a:sym typeface="Calibri"/>
            </a:endParaRPr>
          </a:p>
        </p:txBody>
      </p:sp>
      <p:pic>
        <p:nvPicPr>
          <p:cNvPr id="110" name="Google Shape;110;p1"/>
          <p:cNvPicPr preferRelativeResize="0"/>
          <p:nvPr/>
        </p:nvPicPr>
        <p:blipFill rotWithShape="1">
          <a:blip r:embed="rId3">
            <a:alphaModFix/>
          </a:blip>
          <a:srcRect b="0" l="0" r="0" t="0"/>
          <a:stretch/>
        </p:blipFill>
        <p:spPr>
          <a:xfrm>
            <a:off x="10077450" y="66675"/>
            <a:ext cx="2028826" cy="55811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4" name="Shape 114"/>
        <p:cNvGrpSpPr/>
        <p:nvPr/>
      </p:nvGrpSpPr>
      <p:grpSpPr>
        <a:xfrm>
          <a:off x="0" y="0"/>
          <a:ext cx="0" cy="0"/>
          <a:chOff x="0" y="0"/>
          <a:chExt cx="0" cy="0"/>
        </a:xfrm>
      </p:grpSpPr>
      <p:sp>
        <p:nvSpPr>
          <p:cNvPr id="115" name="Google Shape;115;p2"/>
          <p:cNvSpPr txBox="1"/>
          <p:nvPr/>
        </p:nvSpPr>
        <p:spPr>
          <a:xfrm>
            <a:off x="82550" y="171450"/>
            <a:ext cx="12109500" cy="554100"/>
          </a:xfrm>
          <a:prstGeom prst="rect">
            <a:avLst/>
          </a:prstGeom>
          <a:noFill/>
          <a:ln>
            <a:noFill/>
          </a:ln>
        </p:spPr>
        <p:txBody>
          <a:bodyPr anchorCtr="0" anchor="t" bIns="91425" lIns="91425" spcFirstLastPara="1" rIns="91425" wrap="square" tIns="91425">
            <a:spAutoFit/>
          </a:bodyPr>
          <a:lstStyle/>
          <a:p>
            <a:pPr indent="-342900" lvl="0" marL="342900" marR="0" rtl="0" algn="ctr">
              <a:lnSpc>
                <a:spcPct val="100000"/>
              </a:lnSpc>
              <a:spcBef>
                <a:spcPts val="0"/>
              </a:spcBef>
              <a:spcAft>
                <a:spcPts val="0"/>
              </a:spcAft>
              <a:buClr>
                <a:srgbClr val="000000"/>
              </a:buClr>
              <a:buSzPts val="2400"/>
              <a:buFont typeface="Arial"/>
              <a:buNone/>
            </a:pPr>
            <a:r>
              <a:rPr b="1" i="0" lang="en-IN" sz="2400" u="sng" cap="none" strike="noStrike">
                <a:solidFill>
                  <a:schemeClr val="dk1"/>
                </a:solidFill>
                <a:latin typeface="Times New Roman"/>
                <a:ea typeface="Times New Roman"/>
                <a:cs typeface="Times New Roman"/>
                <a:sym typeface="Times New Roman"/>
              </a:rPr>
              <a:t>1. PROJECT PROFILE</a:t>
            </a:r>
            <a:endParaRPr b="0" i="0" sz="2400" u="none" cap="none" strike="noStrike">
              <a:solidFill>
                <a:schemeClr val="dk1"/>
              </a:solidFill>
              <a:latin typeface="Arial"/>
              <a:ea typeface="Arial"/>
              <a:cs typeface="Arial"/>
              <a:sym typeface="Arial"/>
            </a:endParaRPr>
          </a:p>
        </p:txBody>
      </p:sp>
      <p:graphicFrame>
        <p:nvGraphicFramePr>
          <p:cNvPr id="116" name="Google Shape;116;p2"/>
          <p:cNvGraphicFramePr/>
          <p:nvPr/>
        </p:nvGraphicFramePr>
        <p:xfrm>
          <a:off x="898550" y="1047700"/>
          <a:ext cx="3000000" cy="3000000"/>
        </p:xfrm>
        <a:graphic>
          <a:graphicData uri="http://schemas.openxmlformats.org/drawingml/2006/table">
            <a:tbl>
              <a:tblPr bandRow="1" firstRow="1">
                <a:noFill/>
                <a:tableStyleId>{58FBF52A-729C-4566-B371-E38BB0ACAC22}</a:tableStyleId>
              </a:tblPr>
              <a:tblGrid>
                <a:gridCol w="3293075"/>
                <a:gridCol w="6860575"/>
              </a:tblGrid>
              <a:tr h="489700">
                <a:tc>
                  <a:txBody>
                    <a:bodyPr/>
                    <a:lstStyle/>
                    <a:p>
                      <a:pPr indent="0" lvl="0" marL="0" marR="0" rtl="0" algn="l">
                        <a:lnSpc>
                          <a:spcPct val="100000"/>
                        </a:lnSpc>
                        <a:spcBef>
                          <a:spcPts val="0"/>
                        </a:spcBef>
                        <a:spcAft>
                          <a:spcPts val="0"/>
                        </a:spcAft>
                        <a:buClr>
                          <a:srgbClr val="000000"/>
                        </a:buClr>
                        <a:buSzPts val="1800"/>
                        <a:buFont typeface="Arial"/>
                        <a:buNone/>
                      </a:pPr>
                      <a:r>
                        <a:rPr lang="en-IN" sz="1800" u="none" cap="none" strike="noStrike">
                          <a:latin typeface="Times New Roman"/>
                          <a:ea typeface="Times New Roman"/>
                          <a:cs typeface="Times New Roman"/>
                          <a:sym typeface="Times New Roman"/>
                        </a:rPr>
                        <a:t>Project  Profile:</a:t>
                      </a:r>
                      <a:endParaRPr b="1" sz="18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latin typeface="Times New Roman"/>
                          <a:ea typeface="Times New Roman"/>
                          <a:cs typeface="Times New Roman"/>
                          <a:sym typeface="Times New Roman"/>
                        </a:rPr>
                        <a:t>JOB PORTAL </a:t>
                      </a:r>
                      <a:endParaRPr sz="1600" u="none" cap="none" strike="noStrike">
                        <a:latin typeface="Times New Roman"/>
                        <a:ea typeface="Times New Roman"/>
                        <a:cs typeface="Times New Roman"/>
                        <a:sym typeface="Times New Roman"/>
                      </a:endParaRPr>
                    </a:p>
                  </a:txBody>
                  <a:tcPr marT="45725" marB="45725" marR="91450" marL="91450"/>
                </a:tc>
              </a:tr>
              <a:tr h="1101800">
                <a:tc>
                  <a:txBody>
                    <a:bodyPr/>
                    <a:lstStyle/>
                    <a:p>
                      <a:pPr indent="0" lvl="0" marL="0" marR="0" rtl="0" algn="l">
                        <a:lnSpc>
                          <a:spcPct val="100000"/>
                        </a:lnSpc>
                        <a:spcBef>
                          <a:spcPts val="0"/>
                        </a:spcBef>
                        <a:spcAft>
                          <a:spcPts val="0"/>
                        </a:spcAft>
                        <a:buClr>
                          <a:srgbClr val="000000"/>
                        </a:buClr>
                        <a:buSzPts val="1800"/>
                        <a:buFont typeface="Arial"/>
                        <a:buNone/>
                      </a:pPr>
                      <a:r>
                        <a:rPr lang="en-IN" sz="1800" u="none" cap="none" strike="noStrike">
                          <a:latin typeface="Times New Roman"/>
                          <a:ea typeface="Times New Roman"/>
                          <a:cs typeface="Times New Roman"/>
                          <a:sym typeface="Times New Roman"/>
                        </a:rPr>
                        <a:t>Objective:</a:t>
                      </a:r>
                      <a:endParaRPr b="1" sz="18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just">
                        <a:lnSpc>
                          <a:spcPct val="100000"/>
                        </a:lnSpc>
                        <a:spcBef>
                          <a:spcPts val="0"/>
                        </a:spcBef>
                        <a:spcAft>
                          <a:spcPts val="0"/>
                        </a:spcAft>
                        <a:buClr>
                          <a:srgbClr val="000000"/>
                        </a:buClr>
                        <a:buSzPts val="1600"/>
                        <a:buFont typeface="Arial"/>
                        <a:buNone/>
                      </a:pPr>
                      <a:r>
                        <a:rPr lang="en-IN" sz="1400" u="none" cap="none" strike="noStrike">
                          <a:latin typeface="Times New Roman"/>
                          <a:ea typeface="Times New Roman"/>
                          <a:cs typeface="Times New Roman"/>
                          <a:sym typeface="Times New Roman"/>
                        </a:rPr>
                        <a:t>The objective of the Job Portal Project is to develop a comprehensive, user-friendly, and scalable online platform that connects job seekers with employers by facilitating efficient job posting, application management, and candidate selection processes. The portal aims to enhance the hiring experience by offering advanced search capabilities, personalized recommendations, automated resume screening, and seamless communication between applicants and recruiters. Additionally, it strives to provide analytical tools for employers to track recruitment metrics and improve their hiring strategies.</a:t>
                      </a:r>
                      <a:endParaRPr b="0" i="0" sz="1400" u="none" cap="none" strike="noStrike">
                        <a:solidFill>
                          <a:srgbClr val="000000"/>
                        </a:solidFill>
                        <a:latin typeface="Times New Roman"/>
                        <a:ea typeface="Times New Roman"/>
                        <a:cs typeface="Times New Roman"/>
                        <a:sym typeface="Times New Roman"/>
                      </a:endParaRPr>
                    </a:p>
                  </a:txBody>
                  <a:tcPr marT="45725" marB="45725" marR="91450" marL="91450"/>
                </a:tc>
              </a:tr>
              <a:tr h="510100">
                <a:tc>
                  <a:txBody>
                    <a:bodyPr/>
                    <a:lstStyle/>
                    <a:p>
                      <a:pPr indent="0" lvl="0" marL="0" marR="0" rtl="0" algn="l">
                        <a:lnSpc>
                          <a:spcPct val="100000"/>
                        </a:lnSpc>
                        <a:spcBef>
                          <a:spcPts val="0"/>
                        </a:spcBef>
                        <a:spcAft>
                          <a:spcPts val="0"/>
                        </a:spcAft>
                        <a:buClr>
                          <a:srgbClr val="000000"/>
                        </a:buClr>
                        <a:buSzPts val="1800"/>
                        <a:buFont typeface="Arial"/>
                        <a:buNone/>
                      </a:pPr>
                      <a:r>
                        <a:rPr lang="en-IN" sz="1800" u="none" cap="none" strike="noStrike">
                          <a:latin typeface="Times New Roman"/>
                          <a:ea typeface="Times New Roman"/>
                          <a:cs typeface="Times New Roman"/>
                          <a:sym typeface="Times New Roman"/>
                        </a:rPr>
                        <a:t>Platform of Application:</a:t>
                      </a:r>
                      <a:endParaRPr b="1" sz="18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latin typeface="Times New Roman"/>
                          <a:ea typeface="Times New Roman"/>
                          <a:cs typeface="Times New Roman"/>
                          <a:sym typeface="Times New Roman"/>
                        </a:rPr>
                        <a:t>Web base Application</a:t>
                      </a:r>
                      <a:endParaRPr sz="1600" u="none" cap="none" strike="noStrike">
                        <a:latin typeface="Times New Roman"/>
                        <a:ea typeface="Times New Roman"/>
                        <a:cs typeface="Times New Roman"/>
                        <a:sym typeface="Times New Roman"/>
                      </a:endParaRPr>
                    </a:p>
                  </a:txBody>
                  <a:tcPr marT="45725" marB="45725" marR="91450" marL="91450"/>
                </a:tc>
              </a:tr>
              <a:tr h="489700">
                <a:tc>
                  <a:txBody>
                    <a:bodyPr/>
                    <a:lstStyle/>
                    <a:p>
                      <a:pPr indent="0" lvl="0" marL="0" marR="0" rtl="0" algn="l">
                        <a:lnSpc>
                          <a:spcPct val="100000"/>
                        </a:lnSpc>
                        <a:spcBef>
                          <a:spcPts val="0"/>
                        </a:spcBef>
                        <a:spcAft>
                          <a:spcPts val="0"/>
                        </a:spcAft>
                        <a:buClr>
                          <a:srgbClr val="000000"/>
                        </a:buClr>
                        <a:buSzPts val="1800"/>
                        <a:buFont typeface="Arial"/>
                        <a:buNone/>
                      </a:pPr>
                      <a:r>
                        <a:rPr lang="en-IN" sz="1800" u="none" cap="none" strike="noStrike">
                          <a:latin typeface="Times New Roman"/>
                          <a:ea typeface="Times New Roman"/>
                          <a:cs typeface="Times New Roman"/>
                          <a:sym typeface="Times New Roman"/>
                        </a:rPr>
                        <a:t>Front End Tool:</a:t>
                      </a:r>
                      <a:endParaRPr b="1" sz="18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4F81BD"/>
                        </a:buClr>
                        <a:buSzPts val="1040"/>
                        <a:buFont typeface="Noto Sans Symbols"/>
                        <a:buNone/>
                      </a:pPr>
                      <a:r>
                        <a:rPr lang="en-IN" sz="1600" u="none" cap="none" strike="noStrike">
                          <a:latin typeface="Times New Roman"/>
                          <a:ea typeface="Times New Roman"/>
                          <a:cs typeface="Times New Roman"/>
                          <a:sym typeface="Times New Roman"/>
                        </a:rPr>
                        <a:t>PHP 8.0.12</a:t>
                      </a:r>
                      <a:endParaRPr b="0" i="0" sz="1600" u="none" cap="none" strike="noStrike">
                        <a:solidFill>
                          <a:srgbClr val="000000"/>
                        </a:solidFill>
                        <a:latin typeface="Times New Roman"/>
                        <a:ea typeface="Times New Roman"/>
                        <a:cs typeface="Times New Roman"/>
                        <a:sym typeface="Times New Roman"/>
                      </a:endParaRPr>
                    </a:p>
                  </a:txBody>
                  <a:tcPr marT="45725" marB="45725" marR="91450" marL="91450"/>
                </a:tc>
              </a:tr>
              <a:tr h="489700">
                <a:tc>
                  <a:txBody>
                    <a:bodyPr/>
                    <a:lstStyle/>
                    <a:p>
                      <a:pPr indent="0" lvl="0" marL="0" marR="0" rtl="0" algn="l">
                        <a:lnSpc>
                          <a:spcPct val="100000"/>
                        </a:lnSpc>
                        <a:spcBef>
                          <a:spcPts val="0"/>
                        </a:spcBef>
                        <a:spcAft>
                          <a:spcPts val="0"/>
                        </a:spcAft>
                        <a:buClr>
                          <a:srgbClr val="000000"/>
                        </a:buClr>
                        <a:buSzPts val="1800"/>
                        <a:buFont typeface="Arial"/>
                        <a:buNone/>
                      </a:pPr>
                      <a:r>
                        <a:rPr lang="en-IN" sz="1800" u="none" cap="none" strike="noStrike">
                          <a:latin typeface="Times New Roman"/>
                          <a:ea typeface="Times New Roman"/>
                          <a:cs typeface="Times New Roman"/>
                          <a:sym typeface="Times New Roman"/>
                        </a:rPr>
                        <a:t>Back End Tool:</a:t>
                      </a:r>
                      <a:endParaRPr b="1" sz="18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15000"/>
                        </a:lnSpc>
                        <a:spcBef>
                          <a:spcPts val="0"/>
                        </a:spcBef>
                        <a:spcAft>
                          <a:spcPts val="0"/>
                        </a:spcAft>
                        <a:buClr>
                          <a:srgbClr val="000000"/>
                        </a:buClr>
                        <a:buSzPts val="1600"/>
                        <a:buFont typeface="Arial"/>
                        <a:buNone/>
                      </a:pPr>
                      <a:r>
                        <a:rPr lang="en-IN" sz="1600" u="none" cap="none" strike="noStrike">
                          <a:latin typeface="Times New Roman"/>
                          <a:ea typeface="Times New Roman"/>
                          <a:cs typeface="Times New Roman"/>
                          <a:sym typeface="Times New Roman"/>
                        </a:rPr>
                        <a:t>MySQL 5.6.17</a:t>
                      </a:r>
                      <a:endParaRPr b="0" sz="1600" u="none" cap="none" strike="noStrike">
                        <a:latin typeface="Times New Roman"/>
                        <a:ea typeface="Times New Roman"/>
                        <a:cs typeface="Times New Roman"/>
                        <a:sym typeface="Times New Roman"/>
                      </a:endParaRPr>
                    </a:p>
                  </a:txBody>
                  <a:tcPr marT="45725" marB="45725" marR="91450" marL="91450"/>
                </a:tc>
              </a:tr>
              <a:tr h="489700">
                <a:tc>
                  <a:txBody>
                    <a:bodyPr/>
                    <a:lstStyle/>
                    <a:p>
                      <a:pPr indent="0" lvl="0" marL="0" marR="0" rtl="0" algn="l">
                        <a:lnSpc>
                          <a:spcPct val="100000"/>
                        </a:lnSpc>
                        <a:spcBef>
                          <a:spcPts val="0"/>
                        </a:spcBef>
                        <a:spcAft>
                          <a:spcPts val="0"/>
                        </a:spcAft>
                        <a:buClr>
                          <a:srgbClr val="000000"/>
                        </a:buClr>
                        <a:buSzPts val="1800"/>
                        <a:buFont typeface="Arial"/>
                        <a:buNone/>
                      </a:pPr>
                      <a:r>
                        <a:rPr lang="en-IN" sz="1800" u="none" cap="none" strike="noStrike">
                          <a:latin typeface="Times New Roman"/>
                          <a:ea typeface="Times New Roman"/>
                          <a:cs typeface="Times New Roman"/>
                          <a:sym typeface="Times New Roman"/>
                        </a:rPr>
                        <a:t>Project Duration :</a:t>
                      </a:r>
                      <a:endParaRPr b="1" sz="18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IN" sz="1600">
                          <a:latin typeface="Times New Roman"/>
                          <a:ea typeface="Times New Roman"/>
                          <a:cs typeface="Times New Roman"/>
                          <a:sym typeface="Times New Roman"/>
                        </a:rPr>
                        <a:t>3</a:t>
                      </a:r>
                      <a:r>
                        <a:rPr lang="en-IN" sz="1600" u="none" cap="none" strike="noStrike">
                          <a:latin typeface="Times New Roman"/>
                          <a:ea typeface="Times New Roman"/>
                          <a:cs typeface="Times New Roman"/>
                          <a:sym typeface="Times New Roman"/>
                        </a:rPr>
                        <a:t> Months</a:t>
                      </a:r>
                      <a:endParaRPr b="0" i="0" sz="1600" u="none" cap="none" strike="noStrike">
                        <a:solidFill>
                          <a:srgbClr val="000000"/>
                        </a:solidFill>
                        <a:latin typeface="Times New Roman"/>
                        <a:ea typeface="Times New Roman"/>
                        <a:cs typeface="Times New Roman"/>
                        <a:sym typeface="Times New Roman"/>
                      </a:endParaRPr>
                    </a:p>
                  </a:txBody>
                  <a:tcPr marT="45725" marB="45725" marR="91450" marL="91450"/>
                </a:tc>
              </a:tr>
              <a:tr h="530525">
                <a:tc>
                  <a:txBody>
                    <a:bodyPr/>
                    <a:lstStyle/>
                    <a:p>
                      <a:pPr indent="0" lvl="0" marL="0" marR="0" rtl="0" algn="l">
                        <a:lnSpc>
                          <a:spcPct val="100000"/>
                        </a:lnSpc>
                        <a:spcBef>
                          <a:spcPts val="0"/>
                        </a:spcBef>
                        <a:spcAft>
                          <a:spcPts val="0"/>
                        </a:spcAft>
                        <a:buClr>
                          <a:srgbClr val="000000"/>
                        </a:buClr>
                        <a:buSzPts val="1800"/>
                        <a:buFont typeface="Arial"/>
                        <a:buNone/>
                      </a:pPr>
                      <a:r>
                        <a:rPr lang="en-IN" sz="1800" u="none" cap="none" strike="noStrike">
                          <a:latin typeface="Times New Roman"/>
                          <a:ea typeface="Times New Roman"/>
                          <a:cs typeface="Times New Roman"/>
                          <a:sym typeface="Times New Roman"/>
                        </a:rPr>
                        <a:t>Project Guide :</a:t>
                      </a:r>
                      <a:endParaRPr b="1" sz="18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Times New Roman"/>
                        <a:buNone/>
                      </a:pPr>
                      <a:r>
                        <a:t/>
                      </a:r>
                      <a:endParaRPr b="0" i="0" sz="1600" u="none" cap="none" strike="noStrike">
                        <a:solidFill>
                          <a:srgbClr val="000000"/>
                        </a:solidFill>
                        <a:latin typeface="Times New Roman"/>
                        <a:ea typeface="Times New Roman"/>
                        <a:cs typeface="Times New Roman"/>
                        <a:sym typeface="Times New Roman"/>
                      </a:endParaRPr>
                    </a:p>
                  </a:txBody>
                  <a:tcPr marT="45725" marB="45725" marR="91450" marL="91450"/>
                </a:tc>
              </a:tr>
              <a:tr h="489700">
                <a:tc>
                  <a:txBody>
                    <a:bodyPr/>
                    <a:lstStyle/>
                    <a:p>
                      <a:pPr indent="0" lvl="0" marL="0" marR="0" rtl="0" algn="l">
                        <a:lnSpc>
                          <a:spcPct val="100000"/>
                        </a:lnSpc>
                        <a:spcBef>
                          <a:spcPts val="0"/>
                        </a:spcBef>
                        <a:spcAft>
                          <a:spcPts val="0"/>
                        </a:spcAft>
                        <a:buClr>
                          <a:srgbClr val="000000"/>
                        </a:buClr>
                        <a:buSzPts val="1800"/>
                        <a:buFont typeface="Arial"/>
                        <a:buNone/>
                      </a:pPr>
                      <a:r>
                        <a:rPr lang="en-IN" sz="1800" u="none" cap="none" strike="noStrike">
                          <a:latin typeface="Times New Roman"/>
                          <a:ea typeface="Times New Roman"/>
                          <a:cs typeface="Times New Roman"/>
                          <a:sym typeface="Times New Roman"/>
                        </a:rPr>
                        <a:t>Submitted By :</a:t>
                      </a:r>
                      <a:endParaRPr b="1" sz="18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Times New Roman"/>
                        <a:buNone/>
                      </a:pPr>
                      <a:r>
                        <a:rPr lang="en-IN" sz="1600">
                          <a:latin typeface="Times New Roman"/>
                          <a:ea typeface="Times New Roman"/>
                          <a:cs typeface="Times New Roman"/>
                          <a:sym typeface="Times New Roman"/>
                        </a:rPr>
                        <a:t>Kapil</a:t>
                      </a:r>
                      <a:r>
                        <a:rPr lang="en-IN" sz="1600" u="none" cap="none" strike="noStrike">
                          <a:latin typeface="Times New Roman"/>
                          <a:ea typeface="Times New Roman"/>
                          <a:cs typeface="Times New Roman"/>
                          <a:sym typeface="Times New Roman"/>
                        </a:rPr>
                        <a:t> Dave :2304070100022</a:t>
                      </a:r>
                      <a:endParaRPr sz="1600" u="none" cap="none" strike="noStrike">
                        <a:latin typeface="Times New Roman"/>
                        <a:ea typeface="Times New Roman"/>
                        <a:cs typeface="Times New Roman"/>
                        <a:sym typeface="Times New Roman"/>
                      </a:endParaRPr>
                    </a:p>
                  </a:txBody>
                  <a:tcPr marT="45725" marB="45725" marR="91450" marL="91450"/>
                </a:tc>
              </a:tr>
              <a:tr h="489700">
                <a:tc>
                  <a:txBody>
                    <a:bodyPr/>
                    <a:lstStyle/>
                    <a:p>
                      <a:pPr indent="0" lvl="0" marL="0" marR="0" rtl="0" algn="l">
                        <a:lnSpc>
                          <a:spcPct val="100000"/>
                        </a:lnSpc>
                        <a:spcBef>
                          <a:spcPts val="0"/>
                        </a:spcBef>
                        <a:spcAft>
                          <a:spcPts val="0"/>
                        </a:spcAft>
                        <a:buClr>
                          <a:srgbClr val="000000"/>
                        </a:buClr>
                        <a:buSzPts val="1800"/>
                        <a:buFont typeface="Arial"/>
                        <a:buNone/>
                      </a:pPr>
                      <a:r>
                        <a:rPr lang="en-IN" sz="1800" u="none" cap="none" strike="noStrike">
                          <a:latin typeface="Times New Roman"/>
                          <a:ea typeface="Times New Roman"/>
                          <a:cs typeface="Times New Roman"/>
                          <a:sym typeface="Times New Roman"/>
                        </a:rPr>
                        <a:t>Submitted To :</a:t>
                      </a:r>
                      <a:endParaRPr b="1" sz="18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Times New Roman"/>
                        <a:buNone/>
                      </a:pPr>
                      <a:r>
                        <a:rPr lang="en-IN" sz="1600" u="none" cap="none" strike="noStrike">
                          <a:latin typeface="Times New Roman"/>
                          <a:ea typeface="Times New Roman"/>
                          <a:cs typeface="Times New Roman"/>
                          <a:sym typeface="Times New Roman"/>
                        </a:rPr>
                        <a:t>Department Of Computer  Applicatiion</a:t>
                      </a:r>
                      <a:endParaRPr b="0" i="0" sz="1600" u="none" cap="none" strike="noStrike">
                        <a:solidFill>
                          <a:srgbClr val="000000"/>
                        </a:solidFill>
                        <a:latin typeface="Times New Roman"/>
                        <a:ea typeface="Times New Roman"/>
                        <a:cs typeface="Times New Roman"/>
                        <a:sym typeface="Times New Roman"/>
                      </a:endParaRPr>
                    </a:p>
                  </a:txBody>
                  <a:tcPr marT="45725" marB="45725" marR="91450" marL="91450"/>
                </a:tc>
              </a:tr>
            </a:tbl>
          </a:graphicData>
        </a:graphic>
      </p:graphicFrame>
      <p:sp>
        <p:nvSpPr>
          <p:cNvPr id="117" name="Google Shape;117;p2"/>
          <p:cNvSpPr/>
          <p:nvPr>
            <p:ph idx="12" type="sldNum"/>
          </p:nvPr>
        </p:nvSpPr>
        <p:spPr>
          <a:xfrm>
            <a:off x="10758922" y="6217920"/>
            <a:ext cx="365700" cy="365700"/>
          </a:xfrm>
          <a:prstGeom prst="ellipse">
            <a:avLst/>
          </a:prstGeom>
          <a:solidFill>
            <a:srgbClr val="1D1D1D">
              <a:alpha val="69020"/>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pic>
        <p:nvPicPr>
          <p:cNvPr id="118" name="Google Shape;118;p2"/>
          <p:cNvPicPr preferRelativeResize="0"/>
          <p:nvPr/>
        </p:nvPicPr>
        <p:blipFill rotWithShape="1">
          <a:blip r:embed="rId3">
            <a:alphaModFix/>
          </a:blip>
          <a:srcRect b="0" l="0" r="0" t="0"/>
          <a:stretch/>
        </p:blipFill>
        <p:spPr>
          <a:xfrm>
            <a:off x="10210800" y="66675"/>
            <a:ext cx="1895476" cy="55811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3" name="Shape 123"/>
        <p:cNvGrpSpPr/>
        <p:nvPr/>
      </p:nvGrpSpPr>
      <p:grpSpPr>
        <a:xfrm>
          <a:off x="0" y="0"/>
          <a:ext cx="0" cy="0"/>
          <a:chOff x="0" y="0"/>
          <a:chExt cx="0" cy="0"/>
        </a:xfrm>
      </p:grpSpPr>
      <p:sp>
        <p:nvSpPr>
          <p:cNvPr id="124" name="Google Shape;124;g3340c2eaaed_0_171"/>
          <p:cNvSpPr txBox="1"/>
          <p:nvPr>
            <p:ph type="title"/>
          </p:nvPr>
        </p:nvSpPr>
        <p:spPr>
          <a:xfrm>
            <a:off x="2231125" y="222250"/>
            <a:ext cx="7729800" cy="914400"/>
          </a:xfrm>
          <a:prstGeom prst="rect">
            <a:avLst/>
          </a:prstGeom>
          <a:solidFill>
            <a:srgbClr val="FFFFFF"/>
          </a:solidFill>
          <a:ln cap="sq" cmpd="sng" w="31750">
            <a:solidFill>
              <a:srgbClr val="404040"/>
            </a:solidFill>
            <a:prstDash val="solid"/>
            <a:miter lim="8000"/>
            <a:headEnd len="sm" w="sm" type="none"/>
            <a:tailEnd len="sm" w="sm" type="none"/>
          </a:ln>
        </p:spPr>
        <p:txBody>
          <a:bodyPr anchorCtr="0" anchor="ctr" bIns="182875" lIns="182875" spcFirstLastPara="1" rIns="182875" wrap="square" tIns="182875">
            <a:noAutofit/>
          </a:bodyPr>
          <a:lstStyle/>
          <a:p>
            <a:pPr indent="0" lvl="0" marL="0" rtl="0" algn="ctr">
              <a:lnSpc>
                <a:spcPct val="100000"/>
              </a:lnSpc>
              <a:spcBef>
                <a:spcPts val="0"/>
              </a:spcBef>
              <a:spcAft>
                <a:spcPts val="0"/>
              </a:spcAft>
              <a:buClr>
                <a:schemeClr val="dk1"/>
              </a:buClr>
              <a:buSzPts val="2000"/>
              <a:buFont typeface="Arial"/>
              <a:buNone/>
            </a:pPr>
            <a:r>
              <a:rPr b="1" lang="en-IN" sz="2200" u="sng">
                <a:solidFill>
                  <a:schemeClr val="dk1"/>
                </a:solidFill>
                <a:latin typeface="Times New Roman"/>
                <a:ea typeface="Times New Roman"/>
                <a:cs typeface="Times New Roman"/>
                <a:sym typeface="Times New Roman"/>
              </a:rPr>
              <a:t>2. EXISTING SYSTEM</a:t>
            </a:r>
            <a:endParaRPr b="1" sz="2200" u="sng">
              <a:solidFill>
                <a:schemeClr val="dk1"/>
              </a:solidFill>
              <a:latin typeface="Times New Roman"/>
              <a:ea typeface="Times New Roman"/>
              <a:cs typeface="Times New Roman"/>
              <a:sym typeface="Times New Roman"/>
            </a:endParaRPr>
          </a:p>
          <a:p>
            <a:pPr indent="0" lvl="0" marL="0" rtl="0" algn="ctr">
              <a:lnSpc>
                <a:spcPct val="90000"/>
              </a:lnSpc>
              <a:spcBef>
                <a:spcPts val="0"/>
              </a:spcBef>
              <a:spcAft>
                <a:spcPts val="0"/>
              </a:spcAft>
              <a:buSzPts val="1800"/>
              <a:buNone/>
            </a:pPr>
            <a:r>
              <a:t/>
            </a:r>
            <a:endParaRPr sz="2200"/>
          </a:p>
        </p:txBody>
      </p:sp>
      <p:sp>
        <p:nvSpPr>
          <p:cNvPr id="125" name="Google Shape;125;g3340c2eaaed_0_171"/>
          <p:cNvSpPr txBox="1"/>
          <p:nvPr>
            <p:ph idx="1" type="body"/>
          </p:nvPr>
        </p:nvSpPr>
        <p:spPr>
          <a:xfrm>
            <a:off x="1035050" y="1708150"/>
            <a:ext cx="10089600" cy="4362600"/>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Clr>
                <a:schemeClr val="dk1"/>
              </a:buClr>
              <a:buSzPts val="1800"/>
              <a:buFont typeface="Noto Sans Symbols"/>
              <a:buChar char="⮚"/>
            </a:pPr>
            <a:r>
              <a:rPr lang="en-IN">
                <a:latin typeface="Times New Roman"/>
                <a:ea typeface="Times New Roman"/>
                <a:cs typeface="Times New Roman"/>
                <a:sym typeface="Times New Roman"/>
              </a:rPr>
              <a:t>The existing system for job recruitment predominantly comprises traditional methods and outdated online platforms that lack the sophistication required for modern hiring needs. Many existing systems include:</a:t>
            </a:r>
            <a:endParaRPr>
              <a:solidFill>
                <a:schemeClr val="dk1"/>
              </a:solidFill>
              <a:latin typeface="Times New Roman"/>
              <a:ea typeface="Times New Roman"/>
              <a:cs typeface="Times New Roman"/>
              <a:sym typeface="Times New Roman"/>
            </a:endParaRPr>
          </a:p>
          <a:p>
            <a:pPr indent="-184150" lvl="0" marL="285750" rtl="0" algn="l">
              <a:lnSpc>
                <a:spcPct val="100000"/>
              </a:lnSpc>
              <a:spcBef>
                <a:spcPts val="0"/>
              </a:spcBef>
              <a:spcAft>
                <a:spcPts val="0"/>
              </a:spcAft>
              <a:buClr>
                <a:schemeClr val="dk1"/>
              </a:buClr>
              <a:buSzPts val="1600"/>
              <a:buFont typeface="Noto Sans Symbols"/>
              <a:buNone/>
            </a:pPr>
            <a:r>
              <a:t/>
            </a:r>
            <a:endParaRPr>
              <a:solidFill>
                <a:schemeClr val="dk1"/>
              </a:solidFill>
              <a:latin typeface="Times New Roman"/>
              <a:ea typeface="Times New Roman"/>
              <a:cs typeface="Times New Roman"/>
              <a:sym typeface="Times New Roman"/>
            </a:endParaRPr>
          </a:p>
          <a:p>
            <a:pPr indent="-285750" lvl="0" marL="285750" rtl="0" algn="l">
              <a:lnSpc>
                <a:spcPct val="100000"/>
              </a:lnSpc>
              <a:spcBef>
                <a:spcPts val="0"/>
              </a:spcBef>
              <a:spcAft>
                <a:spcPts val="0"/>
              </a:spcAft>
              <a:buClr>
                <a:schemeClr val="dk1"/>
              </a:buClr>
              <a:buSzPts val="1800"/>
              <a:buFont typeface="Noto Sans Symbols"/>
              <a:buChar char="⮚"/>
            </a:pPr>
            <a:r>
              <a:rPr lang="en-IN">
                <a:latin typeface="Times New Roman"/>
                <a:ea typeface="Times New Roman"/>
                <a:cs typeface="Times New Roman"/>
                <a:sym typeface="Times New Roman"/>
              </a:rPr>
              <a:t>Employers manually post job advertisements in newspapers, notice boards, or basic online bulletin boards.</a:t>
            </a:r>
            <a:r>
              <a:rPr lang="en-IN">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184150" lvl="0" marL="285750" rtl="0" algn="l">
              <a:lnSpc>
                <a:spcPct val="100000"/>
              </a:lnSpc>
              <a:spcBef>
                <a:spcPts val="0"/>
              </a:spcBef>
              <a:spcAft>
                <a:spcPts val="0"/>
              </a:spcAft>
              <a:buClr>
                <a:schemeClr val="dk1"/>
              </a:buClr>
              <a:buSzPts val="1600"/>
              <a:buFont typeface="Noto Sans Symbols"/>
              <a:buNone/>
            </a:pPr>
            <a:r>
              <a:t/>
            </a:r>
            <a:endParaRPr>
              <a:solidFill>
                <a:schemeClr val="dk1"/>
              </a:solidFill>
              <a:latin typeface="Times New Roman"/>
              <a:ea typeface="Times New Roman"/>
              <a:cs typeface="Times New Roman"/>
              <a:sym typeface="Times New Roman"/>
            </a:endParaRPr>
          </a:p>
          <a:p>
            <a:pPr indent="-285750" lvl="0" marL="285750" rtl="0" algn="l">
              <a:lnSpc>
                <a:spcPct val="100000"/>
              </a:lnSpc>
              <a:spcBef>
                <a:spcPts val="0"/>
              </a:spcBef>
              <a:spcAft>
                <a:spcPts val="0"/>
              </a:spcAft>
              <a:buClr>
                <a:schemeClr val="dk1"/>
              </a:buClr>
              <a:buSzPts val="1800"/>
              <a:buFont typeface="Noto Sans Symbols"/>
              <a:buChar char="⮚"/>
            </a:pPr>
            <a:r>
              <a:rPr lang="en-IN">
                <a:latin typeface="Times New Roman"/>
                <a:ea typeface="Times New Roman"/>
                <a:cs typeface="Times New Roman"/>
                <a:sym typeface="Times New Roman"/>
              </a:rPr>
              <a:t>Search functionalities are often limited, with inadequate filtering options, resulting in a poor user experience for both recruiters and applicants.</a:t>
            </a:r>
            <a:endParaRPr>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600"/>
              <a:buFont typeface="Arial"/>
              <a:buNone/>
            </a:pPr>
            <a:r>
              <a:t/>
            </a:r>
            <a:endParaRPr sz="2000">
              <a:solidFill>
                <a:schemeClr val="dk1"/>
              </a:solidFill>
              <a:latin typeface="Times New Roman"/>
              <a:ea typeface="Times New Roman"/>
              <a:cs typeface="Times New Roman"/>
              <a:sym typeface="Times New Roman"/>
            </a:endParaRPr>
          </a:p>
          <a:p>
            <a:pPr indent="-285750" lvl="0" marL="285750" rtl="0" algn="l">
              <a:lnSpc>
                <a:spcPct val="100000"/>
              </a:lnSpc>
              <a:spcBef>
                <a:spcPts val="0"/>
              </a:spcBef>
              <a:spcAft>
                <a:spcPts val="0"/>
              </a:spcAft>
              <a:buClr>
                <a:schemeClr val="dk1"/>
              </a:buClr>
              <a:buSzPts val="1800"/>
              <a:buFont typeface="Noto Sans Symbols"/>
              <a:buChar char="⮚"/>
            </a:pPr>
            <a:r>
              <a:rPr lang="en-IN">
                <a:latin typeface="Times New Roman"/>
                <a:ea typeface="Times New Roman"/>
                <a:cs typeface="Times New Roman"/>
                <a:sym typeface="Times New Roman"/>
              </a:rPr>
              <a:t>Communication between recruiters and candidates is often fragmented and lacks centralized messaging features.</a:t>
            </a:r>
            <a:endParaRPr/>
          </a:p>
          <a:p>
            <a:pPr indent="0" lvl="0" marL="0" rtl="0" algn="l">
              <a:lnSpc>
                <a:spcPct val="100000"/>
              </a:lnSpc>
              <a:spcBef>
                <a:spcPts val="0"/>
              </a:spcBef>
              <a:spcAft>
                <a:spcPts val="0"/>
              </a:spcAft>
              <a:buClr>
                <a:schemeClr val="dk1"/>
              </a:buClr>
              <a:buSzPts val="1800"/>
              <a:buNone/>
            </a:pPr>
            <a:r>
              <a:t/>
            </a:r>
            <a:endParaRPr>
              <a:latin typeface="Times New Roman"/>
              <a:ea typeface="Times New Roman"/>
              <a:cs typeface="Times New Roman"/>
              <a:sym typeface="Times New Roman"/>
            </a:endParaRPr>
          </a:p>
          <a:p>
            <a:pPr indent="-285750" lvl="0" marL="285750" rtl="0" algn="l">
              <a:lnSpc>
                <a:spcPct val="100000"/>
              </a:lnSpc>
              <a:spcBef>
                <a:spcPts val="0"/>
              </a:spcBef>
              <a:spcAft>
                <a:spcPts val="0"/>
              </a:spcAft>
              <a:buClr>
                <a:schemeClr val="dk1"/>
              </a:buClr>
              <a:buSzPts val="1800"/>
              <a:buFont typeface="Noto Sans Symbols"/>
              <a:buChar char="⮚"/>
            </a:pPr>
            <a:r>
              <a:rPr lang="en-IN">
                <a:latin typeface="Times New Roman"/>
                <a:ea typeface="Times New Roman"/>
                <a:cs typeface="Times New Roman"/>
                <a:sym typeface="Times New Roman"/>
              </a:rPr>
              <a:t>Employers face difficulty in tracking the recruitment process effectively</a:t>
            </a:r>
            <a:endParaRPr>
              <a:latin typeface="Times New Roman"/>
              <a:ea typeface="Times New Roman"/>
              <a:cs typeface="Times New Roman"/>
              <a:sym typeface="Times New Roman"/>
            </a:endParaRPr>
          </a:p>
          <a:p>
            <a:pPr indent="-184150" lvl="0" marL="285750" rtl="0" algn="l">
              <a:lnSpc>
                <a:spcPct val="100000"/>
              </a:lnSpc>
              <a:spcBef>
                <a:spcPts val="0"/>
              </a:spcBef>
              <a:spcAft>
                <a:spcPts val="0"/>
              </a:spcAft>
              <a:buClr>
                <a:schemeClr val="dk1"/>
              </a:buClr>
              <a:buSzPts val="1600"/>
              <a:buFont typeface="Noto Sans Symbols"/>
              <a:buNone/>
            </a:pPr>
            <a:r>
              <a:t/>
            </a:r>
            <a:endParaRPr>
              <a:solidFill>
                <a:schemeClr val="dk1"/>
              </a:solidFill>
              <a:latin typeface="Times New Roman"/>
              <a:ea typeface="Times New Roman"/>
              <a:cs typeface="Times New Roman"/>
              <a:sym typeface="Times New Roman"/>
            </a:endParaRPr>
          </a:p>
          <a:p>
            <a:pPr indent="0" lvl="0" marL="0" rtl="0" algn="l">
              <a:lnSpc>
                <a:spcPct val="100000"/>
              </a:lnSpc>
              <a:spcBef>
                <a:spcPts val="1000"/>
              </a:spcBef>
              <a:spcAft>
                <a:spcPts val="0"/>
              </a:spcAft>
              <a:buSzPts val="1800"/>
              <a:buNone/>
            </a:pPr>
            <a:r>
              <a:t/>
            </a:r>
            <a:endParaRPr/>
          </a:p>
        </p:txBody>
      </p:sp>
      <p:sp>
        <p:nvSpPr>
          <p:cNvPr id="126" name="Google Shape;126;g3340c2eaaed_0_171"/>
          <p:cNvSpPr/>
          <p:nvPr>
            <p:ph idx="12" type="sldNum"/>
          </p:nvPr>
        </p:nvSpPr>
        <p:spPr>
          <a:xfrm>
            <a:off x="10758922" y="6217920"/>
            <a:ext cx="365700" cy="365700"/>
          </a:xfrm>
          <a:prstGeom prst="ellipse">
            <a:avLst/>
          </a:prstGeom>
          <a:solidFill>
            <a:srgbClr val="1D1D1D">
              <a:alpha val="69020"/>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pic>
        <p:nvPicPr>
          <p:cNvPr id="127" name="Google Shape;127;g3340c2eaaed_0_171"/>
          <p:cNvPicPr preferRelativeResize="0"/>
          <p:nvPr/>
        </p:nvPicPr>
        <p:blipFill rotWithShape="1">
          <a:blip r:embed="rId3">
            <a:alphaModFix/>
          </a:blip>
          <a:srcRect b="0" l="0" r="0" t="0"/>
          <a:stretch/>
        </p:blipFill>
        <p:spPr>
          <a:xfrm>
            <a:off x="10115550" y="66675"/>
            <a:ext cx="1990726" cy="55811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2" name="Shape 132"/>
        <p:cNvGrpSpPr/>
        <p:nvPr/>
      </p:nvGrpSpPr>
      <p:grpSpPr>
        <a:xfrm>
          <a:off x="0" y="0"/>
          <a:ext cx="0" cy="0"/>
          <a:chOff x="0" y="0"/>
          <a:chExt cx="0" cy="0"/>
        </a:xfrm>
      </p:grpSpPr>
      <p:sp>
        <p:nvSpPr>
          <p:cNvPr id="133" name="Google Shape;133;g3340c2eaaed_0_185"/>
          <p:cNvSpPr txBox="1"/>
          <p:nvPr>
            <p:ph type="title"/>
          </p:nvPr>
        </p:nvSpPr>
        <p:spPr>
          <a:xfrm>
            <a:off x="2078725" y="183650"/>
            <a:ext cx="7729800" cy="915000"/>
          </a:xfrm>
          <a:prstGeom prst="rect">
            <a:avLst/>
          </a:prstGeom>
          <a:solidFill>
            <a:srgbClr val="FFFFFF"/>
          </a:solidFill>
          <a:ln cap="sq" cmpd="sng" w="31750">
            <a:solidFill>
              <a:srgbClr val="404040"/>
            </a:solidFill>
            <a:prstDash val="solid"/>
            <a:miter lim="8000"/>
            <a:headEnd len="sm" w="sm" type="none"/>
            <a:tailEnd len="sm" w="sm" type="none"/>
          </a:ln>
        </p:spPr>
        <p:txBody>
          <a:bodyPr anchorCtr="0" anchor="ctr" bIns="182875" lIns="182875" spcFirstLastPara="1" rIns="182875" wrap="square" tIns="182875">
            <a:normAutofit/>
          </a:bodyPr>
          <a:lstStyle/>
          <a:p>
            <a:pPr indent="0" lvl="0" marL="0" rtl="0" algn="ctr">
              <a:lnSpc>
                <a:spcPct val="100000"/>
              </a:lnSpc>
              <a:spcBef>
                <a:spcPts val="0"/>
              </a:spcBef>
              <a:spcAft>
                <a:spcPts val="0"/>
              </a:spcAft>
              <a:buClr>
                <a:schemeClr val="dk1"/>
              </a:buClr>
              <a:buSzPts val="2000"/>
              <a:buFont typeface="Arial"/>
              <a:buNone/>
            </a:pPr>
            <a:r>
              <a:rPr b="1" lang="en-IN" sz="2400" u="sng">
                <a:solidFill>
                  <a:schemeClr val="dk1"/>
                </a:solidFill>
                <a:latin typeface="Times New Roman"/>
                <a:ea typeface="Times New Roman"/>
                <a:cs typeface="Times New Roman"/>
                <a:sym typeface="Times New Roman"/>
              </a:rPr>
              <a:t>3. NEED FOR NEW SYSTEM</a:t>
            </a:r>
            <a:endParaRPr sz="2400"/>
          </a:p>
        </p:txBody>
      </p:sp>
      <p:sp>
        <p:nvSpPr>
          <p:cNvPr id="134" name="Google Shape;134;g3340c2eaaed_0_185"/>
          <p:cNvSpPr txBox="1"/>
          <p:nvPr>
            <p:ph idx="1" type="body"/>
          </p:nvPr>
        </p:nvSpPr>
        <p:spPr>
          <a:xfrm>
            <a:off x="1474350" y="1574800"/>
            <a:ext cx="9284700" cy="4643100"/>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Clr>
                <a:schemeClr val="dk1"/>
              </a:buClr>
              <a:buSzPts val="1600"/>
              <a:buFont typeface="Noto Sans Symbols"/>
              <a:buChar char="⮚"/>
            </a:pPr>
            <a:r>
              <a:rPr lang="en-IN" sz="1600">
                <a:solidFill>
                  <a:schemeClr val="dk1"/>
                </a:solidFill>
                <a:latin typeface="Times New Roman"/>
                <a:ea typeface="Times New Roman"/>
                <a:cs typeface="Times New Roman"/>
                <a:sym typeface="Times New Roman"/>
              </a:rPr>
              <a:t>Large numbers of auctioneer and bidders through digital platform.</a:t>
            </a:r>
            <a:endParaRPr sz="1400">
              <a:solidFill>
                <a:schemeClr val="dk1"/>
              </a:solidFill>
              <a:latin typeface="Arial"/>
              <a:ea typeface="Arial"/>
              <a:cs typeface="Arial"/>
              <a:sym typeface="Arial"/>
            </a:endParaRPr>
          </a:p>
          <a:p>
            <a:pPr indent="-184150" lvl="0" marL="285750" rtl="0" algn="l">
              <a:lnSpc>
                <a:spcPct val="100000"/>
              </a:lnSpc>
              <a:spcBef>
                <a:spcPts val="0"/>
              </a:spcBef>
              <a:spcAft>
                <a:spcPts val="0"/>
              </a:spcAft>
              <a:buClr>
                <a:schemeClr val="dk1"/>
              </a:buClr>
              <a:buSzPts val="1600"/>
              <a:buFont typeface="Noto Sans Symbols"/>
              <a:buNone/>
            </a:pPr>
            <a:r>
              <a:t/>
            </a:r>
            <a:endParaRPr sz="1600">
              <a:solidFill>
                <a:schemeClr val="dk1"/>
              </a:solidFill>
              <a:latin typeface="Times New Roman"/>
              <a:ea typeface="Times New Roman"/>
              <a:cs typeface="Times New Roman"/>
              <a:sym typeface="Times New Roman"/>
            </a:endParaRPr>
          </a:p>
          <a:p>
            <a:pPr indent="-285750" lvl="0" marL="285750" rtl="0" algn="l">
              <a:lnSpc>
                <a:spcPct val="100000"/>
              </a:lnSpc>
              <a:spcBef>
                <a:spcPts val="0"/>
              </a:spcBef>
              <a:spcAft>
                <a:spcPts val="0"/>
              </a:spcAft>
              <a:buClr>
                <a:schemeClr val="dk1"/>
              </a:buClr>
              <a:buSzPts val="1600"/>
              <a:buFont typeface="Noto Sans Symbols"/>
              <a:buChar char="⮚"/>
            </a:pPr>
            <a:r>
              <a:rPr lang="en-IN" sz="1600">
                <a:solidFill>
                  <a:schemeClr val="dk1"/>
                </a:solidFill>
                <a:latin typeface="Times New Roman"/>
                <a:ea typeface="Times New Roman"/>
                <a:cs typeface="Times New Roman"/>
                <a:sym typeface="Times New Roman"/>
              </a:rPr>
              <a:t>Auctioneer and bidder participate from globally.</a:t>
            </a:r>
            <a:endParaRPr sz="16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600"/>
              <a:buFont typeface="Arial"/>
              <a:buNone/>
            </a:pPr>
            <a:r>
              <a:t/>
            </a:r>
            <a:endParaRPr sz="1600">
              <a:solidFill>
                <a:schemeClr val="dk1"/>
              </a:solidFill>
              <a:latin typeface="Times New Roman"/>
              <a:ea typeface="Times New Roman"/>
              <a:cs typeface="Times New Roman"/>
              <a:sym typeface="Times New Roman"/>
            </a:endParaRPr>
          </a:p>
          <a:p>
            <a:pPr indent="-285750" lvl="0" marL="285750" rtl="0" algn="l">
              <a:lnSpc>
                <a:spcPct val="100000"/>
              </a:lnSpc>
              <a:spcBef>
                <a:spcPts val="0"/>
              </a:spcBef>
              <a:spcAft>
                <a:spcPts val="0"/>
              </a:spcAft>
              <a:buClr>
                <a:schemeClr val="dk1"/>
              </a:buClr>
              <a:buSzPts val="1600"/>
              <a:buFont typeface="Noto Sans Symbols"/>
              <a:buChar char="⮚"/>
            </a:pPr>
            <a:r>
              <a:rPr lang="en-IN" sz="1600">
                <a:solidFill>
                  <a:schemeClr val="dk1"/>
                </a:solidFill>
                <a:latin typeface="Times New Roman"/>
                <a:ea typeface="Times New Roman"/>
                <a:cs typeface="Times New Roman"/>
                <a:sym typeface="Times New Roman"/>
              </a:rPr>
              <a:t>Time and money saving system.</a:t>
            </a:r>
            <a:endParaRPr sz="1400">
              <a:solidFill>
                <a:schemeClr val="dk1"/>
              </a:solidFill>
              <a:latin typeface="Arial"/>
              <a:ea typeface="Arial"/>
              <a:cs typeface="Arial"/>
              <a:sym typeface="Arial"/>
            </a:endParaRPr>
          </a:p>
          <a:p>
            <a:pPr indent="0" lvl="0" marL="0" rtl="0" algn="l">
              <a:lnSpc>
                <a:spcPct val="100000"/>
              </a:lnSpc>
              <a:spcBef>
                <a:spcPts val="1000"/>
              </a:spcBef>
              <a:spcAft>
                <a:spcPts val="0"/>
              </a:spcAft>
              <a:buSzPts val="1800"/>
              <a:buNone/>
            </a:pPr>
            <a:r>
              <a:t/>
            </a:r>
            <a:endParaRPr/>
          </a:p>
        </p:txBody>
      </p:sp>
      <p:sp>
        <p:nvSpPr>
          <p:cNvPr id="135" name="Google Shape;135;g3340c2eaaed_0_185"/>
          <p:cNvSpPr/>
          <p:nvPr>
            <p:ph idx="12" type="sldNum"/>
          </p:nvPr>
        </p:nvSpPr>
        <p:spPr>
          <a:xfrm>
            <a:off x="10758922" y="6217920"/>
            <a:ext cx="365700" cy="365700"/>
          </a:xfrm>
          <a:prstGeom prst="ellipse">
            <a:avLst/>
          </a:prstGeom>
          <a:solidFill>
            <a:srgbClr val="1D1D1D">
              <a:alpha val="69020"/>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graphicFrame>
        <p:nvGraphicFramePr>
          <p:cNvPr id="136" name="Google Shape;136;g3340c2eaaed_0_185"/>
          <p:cNvGraphicFramePr/>
          <p:nvPr/>
        </p:nvGraphicFramePr>
        <p:xfrm>
          <a:off x="1714525" y="3594735"/>
          <a:ext cx="3000000" cy="3000000"/>
        </p:xfrm>
        <a:graphic>
          <a:graphicData uri="http://schemas.openxmlformats.org/drawingml/2006/table">
            <a:tbl>
              <a:tblPr bandRow="1" firstRow="1">
                <a:noFill/>
                <a:tableStyleId>{58FBF52A-729C-4566-B371-E38BB0ACAC22}</a:tableStyleId>
              </a:tblPr>
              <a:tblGrid>
                <a:gridCol w="2895600"/>
                <a:gridCol w="990600"/>
                <a:gridCol w="1752600"/>
                <a:gridCol w="1905000"/>
                <a:gridCol w="914400"/>
              </a:tblGrid>
              <a:tr h="370850">
                <a:tc>
                  <a:txBody>
                    <a:bodyPr/>
                    <a:lstStyle/>
                    <a:p>
                      <a:pPr indent="0" lvl="0" marL="0" marR="0" rtl="0" algn="ctr">
                        <a:lnSpc>
                          <a:spcPct val="100000"/>
                        </a:lnSpc>
                        <a:spcBef>
                          <a:spcPts val="0"/>
                        </a:spcBef>
                        <a:spcAft>
                          <a:spcPts val="0"/>
                        </a:spcAft>
                        <a:buClr>
                          <a:srgbClr val="000000"/>
                        </a:buClr>
                        <a:buSzPts val="1800"/>
                        <a:buFont typeface="Arial"/>
                        <a:buNone/>
                      </a:pPr>
                      <a:r>
                        <a:rPr lang="en-IN" sz="1800" u="none" cap="none" strike="noStrike"/>
                        <a:t>Website</a:t>
                      </a:r>
                      <a:endParaRPr sz="1800" u="none" cap="none" strike="noStrike">
                        <a:solidFill>
                          <a:srgbClr val="FFFFFF"/>
                        </a:solidFill>
                      </a:endParaRPr>
                    </a:p>
                  </a:txBody>
                  <a:tcPr marT="45725" marB="45725" marR="91450" marL="91450">
                    <a:solidFill>
                      <a:srgbClr val="EEECE1"/>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IN" sz="1800" u="none" cap="none" strike="noStrike"/>
                        <a:t>UI &amp; UX</a:t>
                      </a:r>
                      <a:endParaRPr sz="1800" u="none" cap="none" strike="noStrike">
                        <a:solidFill>
                          <a:srgbClr val="FFFFFF"/>
                        </a:solidFill>
                      </a:endParaRPr>
                    </a:p>
                  </a:txBody>
                  <a:tcPr marT="45725" marB="45725" marR="91450" marL="91450">
                    <a:solidFill>
                      <a:srgbClr val="EEECE1"/>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IN" sz="1800" u="none" cap="none" strike="noStrike"/>
                        <a:t>Easy Navigation</a:t>
                      </a:r>
                      <a:endParaRPr sz="1800" u="none" cap="none" strike="noStrike">
                        <a:solidFill>
                          <a:srgbClr val="FFFFFF"/>
                        </a:solidFill>
                      </a:endParaRPr>
                    </a:p>
                  </a:txBody>
                  <a:tcPr marT="45725" marB="45725" marR="91450" marL="91450">
                    <a:solidFill>
                      <a:srgbClr val="EEECE1"/>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IN" sz="1800" u="none" cap="none" strike="noStrike"/>
                        <a:t>Any Charges</a:t>
                      </a:r>
                      <a:endParaRPr sz="1800" u="none" cap="none" strike="noStrike">
                        <a:solidFill>
                          <a:srgbClr val="FFFFFF"/>
                        </a:solidFill>
                      </a:endParaRPr>
                    </a:p>
                  </a:txBody>
                  <a:tcPr marT="45725" marB="45725" marR="91450" marL="91450">
                    <a:solidFill>
                      <a:srgbClr val="EEECE1"/>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IN" sz="1800" u="none" cap="none" strike="noStrike"/>
                        <a:t>Secure</a:t>
                      </a:r>
                      <a:endParaRPr sz="1800" u="none" cap="none" strike="noStrike">
                        <a:solidFill>
                          <a:srgbClr val="FFFFFF"/>
                        </a:solidFill>
                      </a:endParaRPr>
                    </a:p>
                  </a:txBody>
                  <a:tcPr marT="45725" marB="45725" marR="91450" marL="91450">
                    <a:solidFill>
                      <a:srgbClr val="EEECE1"/>
                    </a:solidFill>
                  </a:tcP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IN" sz="1800" u="none" cap="none" strike="noStrike"/>
                        <a:t>gsaauctions.gov</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Noto Sans Symbols"/>
                        <a:buNone/>
                      </a:pPr>
                      <a:r>
                        <a:rPr lang="en-IN" sz="1800" u="none" cap="none" strike="noStrike"/>
                        <a:t> </a:t>
                      </a:r>
                      <a:endParaRPr sz="1400" u="none" cap="none" strike="noStrike"/>
                    </a:p>
                  </a:txBody>
                  <a:tcPr marT="45725" marB="45725" marR="91450" marL="91450"/>
                </a:tc>
                <a:tc>
                  <a:txBody>
                    <a:bodyPr/>
                    <a:lstStyle/>
                    <a:p>
                      <a:pPr indent="-285750" lvl="0" marL="285750" marR="0" rtl="0" algn="ctr">
                        <a:lnSpc>
                          <a:spcPct val="100000"/>
                        </a:lnSpc>
                        <a:spcBef>
                          <a:spcPts val="0"/>
                        </a:spcBef>
                        <a:spcAft>
                          <a:spcPts val="0"/>
                        </a:spcAft>
                        <a:buClr>
                          <a:srgbClr val="000000"/>
                        </a:buClr>
                        <a:buSzPts val="1800"/>
                        <a:buFont typeface="Noto Sans Symbols"/>
                        <a:buChar char="✔"/>
                      </a:pPr>
                      <a:r>
                        <a:rPr lang="en-IN" sz="1800" u="none" cap="none" strike="noStrike"/>
                        <a:t> </a:t>
                      </a:r>
                      <a:endParaRPr sz="1400" u="none" cap="none" strike="noStrike"/>
                    </a:p>
                  </a:txBody>
                  <a:tcPr marT="45725" marB="45725" marR="91450" marL="91450"/>
                </a:tc>
                <a:tc>
                  <a:txBody>
                    <a:bodyPr/>
                    <a:lstStyle/>
                    <a:p>
                      <a:pPr indent="-285750" lvl="0" marL="285750" marR="0" rtl="0" algn="ctr">
                        <a:lnSpc>
                          <a:spcPct val="100000"/>
                        </a:lnSpc>
                        <a:spcBef>
                          <a:spcPts val="0"/>
                        </a:spcBef>
                        <a:spcAft>
                          <a:spcPts val="0"/>
                        </a:spcAft>
                        <a:buClr>
                          <a:srgbClr val="000000"/>
                        </a:buClr>
                        <a:buSzPts val="1800"/>
                        <a:buFont typeface="Noto Sans Symbols"/>
                        <a:buChar char="✔"/>
                      </a:pPr>
                      <a:r>
                        <a:rPr lang="en-IN" sz="1800" u="none" cap="none" strike="noStrike"/>
                        <a:t> </a:t>
                      </a:r>
                      <a:endParaRPr sz="1400" u="none" cap="none" strike="noStrike"/>
                    </a:p>
                  </a:txBody>
                  <a:tcPr marT="45725" marB="45725" marR="91450" marL="91450"/>
                </a:tc>
                <a:tc>
                  <a:txBody>
                    <a:bodyPr/>
                    <a:lstStyle/>
                    <a:p>
                      <a:pPr indent="-285750" lvl="0" marL="285750" marR="0" rtl="0" algn="ctr">
                        <a:lnSpc>
                          <a:spcPct val="100000"/>
                        </a:lnSpc>
                        <a:spcBef>
                          <a:spcPts val="0"/>
                        </a:spcBef>
                        <a:spcAft>
                          <a:spcPts val="0"/>
                        </a:spcAft>
                        <a:buClr>
                          <a:srgbClr val="000000"/>
                        </a:buClr>
                        <a:buSzPts val="1800"/>
                        <a:buFont typeface="Noto Sans Symbols"/>
                        <a:buChar char="✔"/>
                      </a:pPr>
                      <a:r>
                        <a:rPr lang="en-IN" sz="1800" u="none" cap="none" strike="noStrike"/>
                        <a:t> </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IN" sz="1800" u="none" cap="none" strike="noStrike"/>
                        <a:t>webstore.com</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285750" lvl="0" marL="285750" marR="0" rtl="0" algn="ctr">
                        <a:lnSpc>
                          <a:spcPct val="100000"/>
                        </a:lnSpc>
                        <a:spcBef>
                          <a:spcPts val="0"/>
                        </a:spcBef>
                        <a:spcAft>
                          <a:spcPts val="0"/>
                        </a:spcAft>
                        <a:buClr>
                          <a:srgbClr val="000000"/>
                        </a:buClr>
                        <a:buSzPts val="1800"/>
                        <a:buFont typeface="Noto Sans Symbols"/>
                        <a:buChar char="✔"/>
                      </a:pPr>
                      <a:r>
                        <a:rPr lang="en-IN" sz="1800" u="none" cap="none" strike="noStrike"/>
                        <a:t> </a:t>
                      </a:r>
                      <a:endParaRPr sz="1400" u="none" cap="none" strike="noStrike"/>
                    </a:p>
                  </a:txBody>
                  <a:tcPr marT="45725" marB="45725" marR="91450" marL="91450"/>
                </a:tc>
                <a:tc>
                  <a:txBody>
                    <a:bodyPr/>
                    <a:lstStyle/>
                    <a:p>
                      <a:pPr indent="-285750" lvl="0" marL="285750" marR="0" rtl="0" algn="ctr">
                        <a:lnSpc>
                          <a:spcPct val="100000"/>
                        </a:lnSpc>
                        <a:spcBef>
                          <a:spcPts val="0"/>
                        </a:spcBef>
                        <a:spcAft>
                          <a:spcPts val="0"/>
                        </a:spcAft>
                        <a:buClr>
                          <a:srgbClr val="000000"/>
                        </a:buClr>
                        <a:buSzPts val="1800"/>
                        <a:buFont typeface="Noto Sans Symbols"/>
                        <a:buChar char="✔"/>
                      </a:pPr>
                      <a:r>
                        <a:rPr lang="en-IN" sz="1800" u="none" cap="none" strike="noStrike"/>
                        <a:t> </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IN" sz="1800" u="none" cap="none" strike="noStrike"/>
                        <a:t>atomicmall.com</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285750" lvl="0" marL="285750" marR="0" rtl="0" algn="ctr">
                        <a:lnSpc>
                          <a:spcPct val="100000"/>
                        </a:lnSpc>
                        <a:spcBef>
                          <a:spcPts val="0"/>
                        </a:spcBef>
                        <a:spcAft>
                          <a:spcPts val="0"/>
                        </a:spcAft>
                        <a:buClr>
                          <a:srgbClr val="000000"/>
                        </a:buClr>
                        <a:buSzPts val="1800"/>
                        <a:buFont typeface="Noto Sans Symbols"/>
                        <a:buChar char="✔"/>
                      </a:pPr>
                      <a:r>
                        <a:rPr lang="en-IN" sz="1800" u="none" cap="none" strike="noStrike"/>
                        <a:t> </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Noto Sans Symbols"/>
                        <a:buNone/>
                      </a:pPr>
                      <a:r>
                        <a:rPr lang="en-IN" sz="1800" u="none" cap="none" strike="noStrike"/>
                        <a:t> </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IN" sz="1800" u="none" cap="none" strike="noStrike"/>
                        <a:t>sothebys.com</a:t>
                      </a:r>
                      <a:endParaRPr sz="1400" u="none" cap="none" strike="noStrike"/>
                    </a:p>
                  </a:txBody>
                  <a:tcPr marT="45725" marB="45725" marR="91450" marL="91450"/>
                </a:tc>
                <a:tc>
                  <a:txBody>
                    <a:bodyPr/>
                    <a:lstStyle/>
                    <a:p>
                      <a:pPr indent="-285750" lvl="0" marL="285750" marR="0" rtl="0" algn="ctr">
                        <a:lnSpc>
                          <a:spcPct val="100000"/>
                        </a:lnSpc>
                        <a:spcBef>
                          <a:spcPts val="0"/>
                        </a:spcBef>
                        <a:spcAft>
                          <a:spcPts val="0"/>
                        </a:spcAft>
                        <a:buClr>
                          <a:srgbClr val="000000"/>
                        </a:buClr>
                        <a:buSzPts val="1800"/>
                        <a:buFont typeface="Noto Sans Symbols"/>
                        <a:buChar char="✔"/>
                      </a:pPr>
                      <a:r>
                        <a:rPr lang="en-IN" sz="1800" u="none" cap="none" strike="noStrike"/>
                        <a:t> </a:t>
                      </a:r>
                      <a:endParaRPr sz="1400" u="none" cap="none" strike="noStrike"/>
                    </a:p>
                  </a:txBody>
                  <a:tcPr marT="45725" marB="45725" marR="91450" marL="91450"/>
                </a:tc>
                <a:tc>
                  <a:txBody>
                    <a:bodyPr/>
                    <a:lstStyle/>
                    <a:p>
                      <a:pPr indent="-285750" lvl="0" marL="285750" marR="0" rtl="0" algn="ctr">
                        <a:lnSpc>
                          <a:spcPct val="100000"/>
                        </a:lnSpc>
                        <a:spcBef>
                          <a:spcPts val="0"/>
                        </a:spcBef>
                        <a:spcAft>
                          <a:spcPts val="0"/>
                        </a:spcAft>
                        <a:buClr>
                          <a:srgbClr val="000000"/>
                        </a:buClr>
                        <a:buSzPts val="1800"/>
                        <a:buFont typeface="Noto Sans Symbols"/>
                        <a:buChar char="✔"/>
                      </a:pPr>
                      <a:r>
                        <a:rPr lang="en-IN" sz="1800" u="none" cap="none" strike="noStrike"/>
                        <a:t> </a:t>
                      </a:r>
                      <a:endParaRPr sz="1400" u="none" cap="none" strike="noStrike"/>
                    </a:p>
                  </a:txBody>
                  <a:tcPr marT="45725" marB="45725" marR="91450" marL="91450"/>
                </a:tc>
                <a:tc>
                  <a:txBody>
                    <a:bodyPr/>
                    <a:lstStyle/>
                    <a:p>
                      <a:pPr indent="-285750" lvl="0" marL="285750" marR="0" rtl="0" algn="ctr">
                        <a:lnSpc>
                          <a:spcPct val="100000"/>
                        </a:lnSpc>
                        <a:spcBef>
                          <a:spcPts val="0"/>
                        </a:spcBef>
                        <a:spcAft>
                          <a:spcPts val="0"/>
                        </a:spcAft>
                        <a:buClr>
                          <a:srgbClr val="000000"/>
                        </a:buClr>
                        <a:buSzPts val="1800"/>
                        <a:buFont typeface="Noto Sans Symbols"/>
                        <a:buChar char="✔"/>
                      </a:pPr>
                      <a:r>
                        <a:rPr lang="en-IN" sz="1800" u="none" cap="none" strike="noStrike"/>
                        <a:t> </a:t>
                      </a:r>
                      <a:endParaRPr sz="1400" u="none" cap="none" strike="noStrike"/>
                    </a:p>
                  </a:txBody>
                  <a:tcPr marT="45725" marB="45725" marR="91450" marL="91450"/>
                </a:tc>
                <a:tc>
                  <a:txBody>
                    <a:bodyPr/>
                    <a:lstStyle/>
                    <a:p>
                      <a:pPr indent="-285750" lvl="0" marL="285750" marR="0" rtl="0" algn="ctr">
                        <a:lnSpc>
                          <a:spcPct val="100000"/>
                        </a:lnSpc>
                        <a:spcBef>
                          <a:spcPts val="0"/>
                        </a:spcBef>
                        <a:spcAft>
                          <a:spcPts val="0"/>
                        </a:spcAft>
                        <a:buClr>
                          <a:srgbClr val="000000"/>
                        </a:buClr>
                        <a:buSzPts val="1800"/>
                        <a:buFont typeface="Noto Sans Symbols"/>
                        <a:buChar char="✔"/>
                      </a:pPr>
                      <a:r>
                        <a:rPr lang="en-IN" sz="1800" u="none" cap="none" strike="noStrike"/>
                        <a:t> </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IN" sz="1800" u="none" cap="none" strike="noStrike"/>
                        <a:t>Bidder’s Point</a:t>
                      </a:r>
                      <a:endParaRPr sz="1800" u="none" cap="none" strike="noStrike">
                        <a:solidFill>
                          <a:srgbClr val="FFFFFF"/>
                        </a:solidFill>
                      </a:endParaRPr>
                    </a:p>
                  </a:txBody>
                  <a:tcPr marT="45725" marB="45725" marR="91450" marL="91450">
                    <a:solidFill>
                      <a:srgbClr val="EEECE1"/>
                    </a:solidFill>
                  </a:tcPr>
                </a:tc>
                <a:tc>
                  <a:txBody>
                    <a:bodyPr/>
                    <a:lstStyle/>
                    <a:p>
                      <a:pPr indent="-285750" lvl="0" marL="285750" marR="0" rtl="0" algn="ctr">
                        <a:lnSpc>
                          <a:spcPct val="100000"/>
                        </a:lnSpc>
                        <a:spcBef>
                          <a:spcPts val="0"/>
                        </a:spcBef>
                        <a:spcAft>
                          <a:spcPts val="0"/>
                        </a:spcAft>
                        <a:buClr>
                          <a:srgbClr val="000000"/>
                        </a:buClr>
                        <a:buSzPts val="1800"/>
                        <a:buFont typeface="Noto Sans Symbols"/>
                        <a:buChar char="✔"/>
                      </a:pPr>
                      <a:r>
                        <a:rPr lang="en-IN" sz="1800" u="none" cap="none" strike="noStrike"/>
                        <a:t> </a:t>
                      </a:r>
                      <a:endParaRPr sz="1800" u="none" cap="none" strike="noStrike">
                        <a:solidFill>
                          <a:srgbClr val="FFFFFF"/>
                        </a:solidFill>
                      </a:endParaRPr>
                    </a:p>
                  </a:txBody>
                  <a:tcPr marT="45725" marB="45725" marR="91450" marL="91450">
                    <a:solidFill>
                      <a:srgbClr val="EEECE1"/>
                    </a:solidFill>
                  </a:tcPr>
                </a:tc>
                <a:tc>
                  <a:txBody>
                    <a:bodyPr/>
                    <a:lstStyle/>
                    <a:p>
                      <a:pPr indent="-285750" lvl="0" marL="285750" marR="0" rtl="0" algn="ctr">
                        <a:lnSpc>
                          <a:spcPct val="100000"/>
                        </a:lnSpc>
                        <a:spcBef>
                          <a:spcPts val="0"/>
                        </a:spcBef>
                        <a:spcAft>
                          <a:spcPts val="0"/>
                        </a:spcAft>
                        <a:buClr>
                          <a:srgbClr val="000000"/>
                        </a:buClr>
                        <a:buSzPts val="1800"/>
                        <a:buFont typeface="Noto Sans Symbols"/>
                        <a:buChar char="✔"/>
                      </a:pPr>
                      <a:r>
                        <a:rPr lang="en-IN" sz="1800" u="none" cap="none" strike="noStrike"/>
                        <a:t> </a:t>
                      </a:r>
                      <a:endParaRPr sz="1800" u="none" cap="none" strike="noStrike">
                        <a:solidFill>
                          <a:srgbClr val="FFFFFF"/>
                        </a:solidFill>
                      </a:endParaRPr>
                    </a:p>
                  </a:txBody>
                  <a:tcPr marT="45725" marB="45725" marR="91450" marL="91450">
                    <a:solidFill>
                      <a:srgbClr val="EEECE1"/>
                    </a:solidFill>
                  </a:tcPr>
                </a:tc>
                <a:tc>
                  <a:txBody>
                    <a:bodyPr/>
                    <a:lstStyle/>
                    <a:p>
                      <a:pPr indent="0" lvl="0" marL="0" marR="0" rtl="0" algn="ctr">
                        <a:lnSpc>
                          <a:spcPct val="100000"/>
                        </a:lnSpc>
                        <a:spcBef>
                          <a:spcPts val="0"/>
                        </a:spcBef>
                        <a:spcAft>
                          <a:spcPts val="0"/>
                        </a:spcAft>
                        <a:buClr>
                          <a:srgbClr val="000000"/>
                        </a:buClr>
                        <a:buSzPts val="1800"/>
                        <a:buFont typeface="Noto Sans Symbols"/>
                        <a:buNone/>
                      </a:pPr>
                      <a:r>
                        <a:rPr lang="en-IN" sz="1800" u="none" cap="none" strike="noStrike"/>
                        <a:t> </a:t>
                      </a:r>
                      <a:endParaRPr sz="1800" u="none" cap="none" strike="noStrike">
                        <a:solidFill>
                          <a:srgbClr val="FFFFFF"/>
                        </a:solidFill>
                      </a:endParaRPr>
                    </a:p>
                  </a:txBody>
                  <a:tcPr marT="45725" marB="45725" marR="91450" marL="91450">
                    <a:solidFill>
                      <a:srgbClr val="EEECE1"/>
                    </a:solidFill>
                  </a:tcPr>
                </a:tc>
                <a:tc>
                  <a:txBody>
                    <a:bodyPr/>
                    <a:lstStyle/>
                    <a:p>
                      <a:pPr indent="-285750" lvl="0" marL="285750" marR="0" rtl="0" algn="ctr">
                        <a:lnSpc>
                          <a:spcPct val="100000"/>
                        </a:lnSpc>
                        <a:spcBef>
                          <a:spcPts val="0"/>
                        </a:spcBef>
                        <a:spcAft>
                          <a:spcPts val="0"/>
                        </a:spcAft>
                        <a:buClr>
                          <a:srgbClr val="000000"/>
                        </a:buClr>
                        <a:buSzPts val="1800"/>
                        <a:buFont typeface="Noto Sans Symbols"/>
                        <a:buChar char="✔"/>
                      </a:pPr>
                      <a:r>
                        <a:rPr lang="en-IN" sz="1800" u="none" cap="none" strike="noStrike"/>
                        <a:t> </a:t>
                      </a:r>
                      <a:endParaRPr sz="1800" u="none" cap="none" strike="noStrike">
                        <a:solidFill>
                          <a:srgbClr val="FFFFFF"/>
                        </a:solidFill>
                      </a:endParaRPr>
                    </a:p>
                  </a:txBody>
                  <a:tcPr marT="45725" marB="45725" marR="91450" marL="91450">
                    <a:solidFill>
                      <a:srgbClr val="EEECE1"/>
                    </a:solidFill>
                  </a:tcPr>
                </a:tc>
              </a:tr>
            </a:tbl>
          </a:graphicData>
        </a:graphic>
      </p:graphicFrame>
      <p:pic>
        <p:nvPicPr>
          <p:cNvPr id="137" name="Google Shape;137;g3340c2eaaed_0_185"/>
          <p:cNvPicPr preferRelativeResize="0"/>
          <p:nvPr/>
        </p:nvPicPr>
        <p:blipFill rotWithShape="1">
          <a:blip r:embed="rId3">
            <a:alphaModFix/>
          </a:blip>
          <a:srcRect b="0" l="0" r="0" t="0"/>
          <a:stretch/>
        </p:blipFill>
        <p:spPr>
          <a:xfrm>
            <a:off x="10115550" y="66675"/>
            <a:ext cx="1990726" cy="55811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2" name="Shape 142"/>
        <p:cNvGrpSpPr/>
        <p:nvPr/>
      </p:nvGrpSpPr>
      <p:grpSpPr>
        <a:xfrm>
          <a:off x="0" y="0"/>
          <a:ext cx="0" cy="0"/>
          <a:chOff x="0" y="0"/>
          <a:chExt cx="0" cy="0"/>
        </a:xfrm>
      </p:grpSpPr>
      <p:sp>
        <p:nvSpPr>
          <p:cNvPr id="143" name="Google Shape;143;g3340c2eaaed_0_192"/>
          <p:cNvSpPr txBox="1"/>
          <p:nvPr>
            <p:ph type="title"/>
          </p:nvPr>
        </p:nvSpPr>
        <p:spPr>
          <a:xfrm>
            <a:off x="2231100" y="146050"/>
            <a:ext cx="7729800" cy="838200"/>
          </a:xfrm>
          <a:prstGeom prst="rect">
            <a:avLst/>
          </a:prstGeom>
          <a:solidFill>
            <a:srgbClr val="FFFFFF"/>
          </a:solidFill>
          <a:ln cap="sq" cmpd="sng" w="31750">
            <a:solidFill>
              <a:srgbClr val="404040"/>
            </a:solidFill>
            <a:prstDash val="solid"/>
            <a:miter lim="8000"/>
            <a:headEnd len="sm" w="sm" type="none"/>
            <a:tailEnd len="sm" w="sm" type="none"/>
          </a:ln>
        </p:spPr>
        <p:txBody>
          <a:bodyPr anchorCtr="0" anchor="ctr" bIns="182875" lIns="182875" spcFirstLastPara="1" rIns="182875" wrap="square" tIns="182875">
            <a:noAutofit/>
          </a:bodyPr>
          <a:lstStyle/>
          <a:p>
            <a:pPr indent="0" lvl="0" marL="0" rtl="0" algn="ctr">
              <a:lnSpc>
                <a:spcPct val="100000"/>
              </a:lnSpc>
              <a:spcBef>
                <a:spcPts val="0"/>
              </a:spcBef>
              <a:spcAft>
                <a:spcPts val="0"/>
              </a:spcAft>
              <a:buClr>
                <a:schemeClr val="dk1"/>
              </a:buClr>
              <a:buSzPts val="2000"/>
              <a:buFont typeface="Times New Roman"/>
              <a:buNone/>
            </a:pPr>
            <a:r>
              <a:rPr b="1" lang="en-IN" sz="2400" u="sng">
                <a:solidFill>
                  <a:schemeClr val="dk1"/>
                </a:solidFill>
                <a:latin typeface="Times New Roman"/>
                <a:ea typeface="Times New Roman"/>
                <a:cs typeface="Times New Roman"/>
                <a:sym typeface="Times New Roman"/>
              </a:rPr>
              <a:t> FUNCTIONAL SPECIFICATION</a:t>
            </a:r>
            <a:endParaRPr sz="2400">
              <a:solidFill>
                <a:schemeClr val="dk1"/>
              </a:solidFill>
              <a:latin typeface="Calibri"/>
              <a:ea typeface="Calibri"/>
              <a:cs typeface="Calibri"/>
              <a:sym typeface="Calibri"/>
            </a:endParaRPr>
          </a:p>
          <a:p>
            <a:pPr indent="0" lvl="0" marL="0" rtl="0" algn="ctr">
              <a:lnSpc>
                <a:spcPct val="90000"/>
              </a:lnSpc>
              <a:spcBef>
                <a:spcPts val="0"/>
              </a:spcBef>
              <a:spcAft>
                <a:spcPts val="0"/>
              </a:spcAft>
              <a:buSzPts val="1800"/>
              <a:buNone/>
            </a:pPr>
            <a:r>
              <a:t/>
            </a:r>
            <a:endParaRPr/>
          </a:p>
        </p:txBody>
      </p:sp>
      <p:sp>
        <p:nvSpPr>
          <p:cNvPr id="144" name="Google Shape;144;g3340c2eaaed_0_192"/>
          <p:cNvSpPr txBox="1"/>
          <p:nvPr>
            <p:ph idx="1" type="body"/>
          </p:nvPr>
        </p:nvSpPr>
        <p:spPr>
          <a:xfrm>
            <a:off x="882650" y="2053550"/>
            <a:ext cx="10134600" cy="41643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1800"/>
              <a:buFont typeface="Arial"/>
              <a:buNone/>
            </a:pPr>
            <a:r>
              <a:rPr b="1" lang="en-IN">
                <a:solidFill>
                  <a:schemeClr val="dk1"/>
                </a:solidFill>
                <a:latin typeface="Times New Roman"/>
                <a:ea typeface="Times New Roman"/>
                <a:cs typeface="Times New Roman"/>
                <a:sym typeface="Times New Roman"/>
              </a:rPr>
              <a:t>(1)    Admin:-</a:t>
            </a:r>
            <a:r>
              <a:rPr lang="en-IN">
                <a:solidFill>
                  <a:schemeClr val="dk1"/>
                </a:solidFill>
                <a:latin typeface="Times New Roman"/>
                <a:ea typeface="Times New Roman"/>
                <a:cs typeface="Times New Roman"/>
                <a:sym typeface="Times New Roman"/>
              </a:rPr>
              <a:t> </a:t>
            </a:r>
            <a:endParaRPr sz="3200">
              <a:solidFill>
                <a:schemeClr val="dk1"/>
              </a:solidFill>
              <a:latin typeface="Calibri"/>
              <a:ea typeface="Calibri"/>
              <a:cs typeface="Calibri"/>
              <a:sym typeface="Calibri"/>
            </a:endParaRPr>
          </a:p>
          <a:p>
            <a:pPr indent="-514350" lvl="0" marL="514350" rtl="0" algn="l">
              <a:lnSpc>
                <a:spcPct val="100000"/>
              </a:lnSpc>
              <a:spcBef>
                <a:spcPts val="360"/>
              </a:spcBef>
              <a:spcAft>
                <a:spcPts val="0"/>
              </a:spcAft>
              <a:buClr>
                <a:schemeClr val="dk1"/>
              </a:buClr>
              <a:buSzPts val="1800"/>
              <a:buFont typeface="Arial"/>
              <a:buNone/>
            </a:pPr>
            <a:r>
              <a:rPr lang="en-IN">
                <a:solidFill>
                  <a:schemeClr val="dk1"/>
                </a:solidFill>
                <a:latin typeface="Times New Roman"/>
                <a:ea typeface="Times New Roman"/>
                <a:cs typeface="Times New Roman"/>
                <a:sym typeface="Times New Roman"/>
              </a:rPr>
              <a:t>			</a:t>
            </a:r>
            <a:endParaRPr sz="3200">
              <a:solidFill>
                <a:schemeClr val="dk1"/>
              </a:solidFill>
              <a:latin typeface="Calibri"/>
              <a:ea typeface="Calibri"/>
              <a:cs typeface="Calibri"/>
              <a:sym typeface="Calibri"/>
            </a:endParaRPr>
          </a:p>
          <a:p>
            <a:pPr indent="-514350" lvl="2" marL="1428750" rtl="0" algn="l">
              <a:lnSpc>
                <a:spcPct val="100000"/>
              </a:lnSpc>
              <a:spcBef>
                <a:spcPts val="320"/>
              </a:spcBef>
              <a:spcAft>
                <a:spcPts val="0"/>
              </a:spcAft>
              <a:buClr>
                <a:schemeClr val="dk1"/>
              </a:buClr>
              <a:buSzPts val="1600"/>
              <a:buFont typeface="Noto Sans Symbols"/>
              <a:buChar char="⮚"/>
            </a:pPr>
            <a:r>
              <a:rPr lang="en-IN"/>
              <a:t>User Management</a:t>
            </a:r>
            <a:endParaRPr>
              <a:solidFill>
                <a:schemeClr val="dk1"/>
              </a:solidFill>
              <a:latin typeface="Times New Roman"/>
              <a:ea typeface="Times New Roman"/>
              <a:cs typeface="Times New Roman"/>
              <a:sym typeface="Times New Roman"/>
            </a:endParaRPr>
          </a:p>
          <a:p>
            <a:pPr indent="-514350" lvl="2" marL="1428750" rtl="0" algn="l">
              <a:lnSpc>
                <a:spcPct val="100000"/>
              </a:lnSpc>
              <a:spcBef>
                <a:spcPts val="320"/>
              </a:spcBef>
              <a:spcAft>
                <a:spcPts val="0"/>
              </a:spcAft>
              <a:buClr>
                <a:schemeClr val="dk1"/>
              </a:buClr>
              <a:buSzPts val="1600"/>
              <a:buFont typeface="Noto Sans Symbols"/>
              <a:buChar char="⮚"/>
            </a:pPr>
            <a:r>
              <a:rPr lang="en-IN"/>
              <a:t>Job Management</a:t>
            </a:r>
            <a:r>
              <a:rPr lang="en-IN">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514350" lvl="2" marL="1428750" rtl="0" algn="l">
              <a:lnSpc>
                <a:spcPct val="100000"/>
              </a:lnSpc>
              <a:spcBef>
                <a:spcPts val="320"/>
              </a:spcBef>
              <a:spcAft>
                <a:spcPts val="0"/>
              </a:spcAft>
              <a:buClr>
                <a:schemeClr val="dk1"/>
              </a:buClr>
              <a:buSzPts val="1600"/>
              <a:buFont typeface="Noto Sans Symbols"/>
              <a:buChar char="⮚"/>
            </a:pPr>
            <a:r>
              <a:rPr lang="en-IN"/>
              <a:t>Reports &amp; Analytics</a:t>
            </a:r>
            <a:endParaRPr>
              <a:solidFill>
                <a:schemeClr val="dk1"/>
              </a:solidFill>
              <a:latin typeface="Times New Roman"/>
              <a:ea typeface="Times New Roman"/>
              <a:cs typeface="Times New Roman"/>
              <a:sym typeface="Times New Roman"/>
            </a:endParaRPr>
          </a:p>
          <a:p>
            <a:pPr indent="-514350" lvl="2" marL="1428750" rtl="0" algn="l">
              <a:lnSpc>
                <a:spcPct val="100000"/>
              </a:lnSpc>
              <a:spcBef>
                <a:spcPts val="320"/>
              </a:spcBef>
              <a:spcAft>
                <a:spcPts val="0"/>
              </a:spcAft>
              <a:buClr>
                <a:schemeClr val="dk1"/>
              </a:buClr>
              <a:buSzPts val="1600"/>
              <a:buFont typeface="Noto Sans Symbols"/>
              <a:buChar char="⮚"/>
            </a:pPr>
            <a:r>
              <a:rPr lang="en-IN"/>
              <a:t>Content Management</a:t>
            </a:r>
            <a:endParaRPr>
              <a:solidFill>
                <a:schemeClr val="dk1"/>
              </a:solidFill>
              <a:latin typeface="Times New Roman"/>
              <a:ea typeface="Times New Roman"/>
              <a:cs typeface="Times New Roman"/>
              <a:sym typeface="Times New Roman"/>
            </a:endParaRPr>
          </a:p>
          <a:p>
            <a:pPr indent="-514350" lvl="2" marL="1428750" rtl="0" algn="l">
              <a:lnSpc>
                <a:spcPct val="100000"/>
              </a:lnSpc>
              <a:spcBef>
                <a:spcPts val="320"/>
              </a:spcBef>
              <a:spcAft>
                <a:spcPts val="0"/>
              </a:spcAft>
              <a:buClr>
                <a:schemeClr val="dk1"/>
              </a:buClr>
              <a:buSzPts val="1600"/>
              <a:buFont typeface="Noto Sans Symbols"/>
              <a:buChar char="⮚"/>
            </a:pPr>
            <a:r>
              <a:rPr lang="en-IN"/>
              <a:t>Security Management</a:t>
            </a:r>
            <a:endParaRPr/>
          </a:p>
          <a:p>
            <a:pPr indent="-514350" lvl="2" marL="1428750" rtl="0" algn="l">
              <a:lnSpc>
                <a:spcPct val="100000"/>
              </a:lnSpc>
              <a:spcBef>
                <a:spcPts val="320"/>
              </a:spcBef>
              <a:spcAft>
                <a:spcPts val="0"/>
              </a:spcAft>
              <a:buClr>
                <a:schemeClr val="dk1"/>
              </a:buClr>
              <a:buSzPts val="1600"/>
              <a:buFont typeface="Noto Sans Symbols"/>
              <a:buChar char="⮚"/>
            </a:pPr>
            <a:r>
              <a:rPr lang="en-IN"/>
              <a:t>Feedback &amp; Support Management</a:t>
            </a:r>
            <a:endParaRPr/>
          </a:p>
          <a:p>
            <a:pPr indent="-514350" lvl="2" marL="1428750" rtl="0" algn="l">
              <a:lnSpc>
                <a:spcPct val="100000"/>
              </a:lnSpc>
              <a:spcBef>
                <a:spcPts val="320"/>
              </a:spcBef>
              <a:spcAft>
                <a:spcPts val="0"/>
              </a:spcAft>
              <a:buClr>
                <a:schemeClr val="dk1"/>
              </a:buClr>
              <a:buSzPts val="1600"/>
              <a:buFont typeface="Noto Sans Symbols"/>
              <a:buChar char="⮚"/>
            </a:pPr>
            <a:r>
              <a:rPr lang="en-IN"/>
              <a:t>Notification Management</a:t>
            </a:r>
            <a:endParaRPr/>
          </a:p>
          <a:p>
            <a:pPr indent="-514350" lvl="2" marL="1428750" rtl="0" algn="l">
              <a:lnSpc>
                <a:spcPct val="100000"/>
              </a:lnSpc>
              <a:spcBef>
                <a:spcPts val="320"/>
              </a:spcBef>
              <a:spcAft>
                <a:spcPts val="0"/>
              </a:spcAft>
              <a:buClr>
                <a:schemeClr val="dk1"/>
              </a:buClr>
              <a:buSzPts val="1600"/>
              <a:buFont typeface="Noto Sans Symbols"/>
              <a:buChar char="⮚"/>
            </a:pPr>
            <a:r>
              <a:rPr lang="en-IN"/>
              <a:t>System Settings &amp; Configuration</a:t>
            </a:r>
            <a:endParaRPr sz="2400">
              <a:solidFill>
                <a:schemeClr val="dk1"/>
              </a:solidFill>
              <a:latin typeface="Calibri"/>
              <a:ea typeface="Calibri"/>
              <a:cs typeface="Calibri"/>
              <a:sym typeface="Calibri"/>
            </a:endParaRPr>
          </a:p>
        </p:txBody>
      </p:sp>
      <p:sp>
        <p:nvSpPr>
          <p:cNvPr id="145" name="Google Shape;145;g3340c2eaaed_0_192"/>
          <p:cNvSpPr/>
          <p:nvPr>
            <p:ph idx="12" type="sldNum"/>
          </p:nvPr>
        </p:nvSpPr>
        <p:spPr>
          <a:xfrm>
            <a:off x="10758922" y="6217920"/>
            <a:ext cx="365700" cy="365700"/>
          </a:xfrm>
          <a:prstGeom prst="ellipse">
            <a:avLst/>
          </a:prstGeom>
          <a:solidFill>
            <a:srgbClr val="1D1D1D">
              <a:alpha val="69020"/>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sp>
        <p:nvSpPr>
          <p:cNvPr id="146" name="Google Shape;146;g3340c2eaaed_0_192"/>
          <p:cNvSpPr txBox="1"/>
          <p:nvPr/>
        </p:nvSpPr>
        <p:spPr>
          <a:xfrm>
            <a:off x="2231150" y="1257300"/>
            <a:ext cx="7729800" cy="523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200"/>
              <a:buFont typeface="Arial"/>
              <a:buNone/>
            </a:pPr>
            <a:r>
              <a:rPr b="1" i="0" lang="en-IN" sz="2200" u="none" cap="none" strike="noStrike">
                <a:solidFill>
                  <a:schemeClr val="dk1"/>
                </a:solidFill>
                <a:latin typeface="Times New Roman"/>
                <a:ea typeface="Times New Roman"/>
                <a:cs typeface="Times New Roman"/>
                <a:sym typeface="Times New Roman"/>
              </a:rPr>
              <a:t>4.1 USER OF THE SYSTEM</a:t>
            </a:r>
            <a:endParaRPr b="0" i="0" sz="2200" u="none" cap="none" strike="noStrike">
              <a:solidFill>
                <a:srgbClr val="000000"/>
              </a:solidFill>
              <a:latin typeface="Arial"/>
              <a:ea typeface="Arial"/>
              <a:cs typeface="Arial"/>
              <a:sym typeface="Arial"/>
            </a:endParaRPr>
          </a:p>
        </p:txBody>
      </p:sp>
      <p:pic>
        <p:nvPicPr>
          <p:cNvPr id="147" name="Google Shape;147;g3340c2eaaed_0_192"/>
          <p:cNvPicPr preferRelativeResize="0"/>
          <p:nvPr/>
        </p:nvPicPr>
        <p:blipFill rotWithShape="1">
          <a:blip r:embed="rId3">
            <a:alphaModFix/>
          </a:blip>
          <a:srcRect b="0" l="0" r="0" t="0"/>
          <a:stretch/>
        </p:blipFill>
        <p:spPr>
          <a:xfrm>
            <a:off x="10115550" y="66675"/>
            <a:ext cx="1990726" cy="55811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52" name="Shape 152"/>
        <p:cNvGrpSpPr/>
        <p:nvPr/>
      </p:nvGrpSpPr>
      <p:grpSpPr>
        <a:xfrm>
          <a:off x="0" y="0"/>
          <a:ext cx="0" cy="0"/>
          <a:chOff x="0" y="0"/>
          <a:chExt cx="0" cy="0"/>
        </a:xfrm>
      </p:grpSpPr>
      <p:sp>
        <p:nvSpPr>
          <p:cNvPr id="153" name="Google Shape;153;g3340c2eaaed_0_199"/>
          <p:cNvSpPr txBox="1"/>
          <p:nvPr>
            <p:ph type="title"/>
          </p:nvPr>
        </p:nvSpPr>
        <p:spPr>
          <a:xfrm>
            <a:off x="2231100" y="107448"/>
            <a:ext cx="7729800" cy="838800"/>
          </a:xfrm>
          <a:prstGeom prst="rect">
            <a:avLst/>
          </a:prstGeom>
          <a:solidFill>
            <a:srgbClr val="FFFFFF"/>
          </a:solidFill>
          <a:ln cap="sq" cmpd="sng" w="31750">
            <a:solidFill>
              <a:srgbClr val="404040"/>
            </a:solidFill>
            <a:prstDash val="solid"/>
            <a:miter lim="8000"/>
            <a:headEnd len="sm" w="sm" type="none"/>
            <a:tailEnd len="sm" w="sm" type="none"/>
          </a:ln>
        </p:spPr>
        <p:txBody>
          <a:bodyPr anchorCtr="0" anchor="ctr" bIns="182875" lIns="182875" spcFirstLastPara="1" rIns="182875" wrap="square" tIns="182875">
            <a:normAutofit/>
          </a:bodyPr>
          <a:lstStyle/>
          <a:p>
            <a:pPr indent="0" lvl="0" marL="0" rtl="0" algn="ctr">
              <a:lnSpc>
                <a:spcPct val="100000"/>
              </a:lnSpc>
              <a:spcBef>
                <a:spcPts val="0"/>
              </a:spcBef>
              <a:spcAft>
                <a:spcPts val="0"/>
              </a:spcAft>
              <a:buClr>
                <a:schemeClr val="dk1"/>
              </a:buClr>
              <a:buSzPts val="2000"/>
              <a:buFont typeface="Times New Roman"/>
              <a:buNone/>
            </a:pPr>
            <a:r>
              <a:rPr b="1" lang="en-IN" sz="2400" u="sng">
                <a:solidFill>
                  <a:schemeClr val="dk1"/>
                </a:solidFill>
                <a:latin typeface="Times New Roman"/>
                <a:ea typeface="Times New Roman"/>
                <a:cs typeface="Times New Roman"/>
                <a:sym typeface="Times New Roman"/>
              </a:rPr>
              <a:t>4. FUNCTIONAL SPECIFICATION</a:t>
            </a:r>
            <a:endParaRPr sz="2400"/>
          </a:p>
        </p:txBody>
      </p:sp>
      <p:sp>
        <p:nvSpPr>
          <p:cNvPr id="154" name="Google Shape;154;g3340c2eaaed_0_199"/>
          <p:cNvSpPr txBox="1"/>
          <p:nvPr>
            <p:ph idx="1" type="body"/>
          </p:nvPr>
        </p:nvSpPr>
        <p:spPr>
          <a:xfrm>
            <a:off x="673100" y="2336800"/>
            <a:ext cx="10451400" cy="38811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00000"/>
              </a:lnSpc>
              <a:spcBef>
                <a:spcPts val="0"/>
              </a:spcBef>
              <a:spcAft>
                <a:spcPts val="0"/>
              </a:spcAft>
              <a:buClr>
                <a:schemeClr val="dk1"/>
              </a:buClr>
              <a:buSzPts val="1800"/>
              <a:buFont typeface="Arial"/>
              <a:buNone/>
            </a:pPr>
            <a:r>
              <a:rPr b="1" lang="en-IN">
                <a:solidFill>
                  <a:schemeClr val="dk1"/>
                </a:solidFill>
                <a:latin typeface="Times New Roman"/>
                <a:ea typeface="Times New Roman"/>
                <a:cs typeface="Times New Roman"/>
                <a:sym typeface="Times New Roman"/>
              </a:rPr>
              <a:t>(2)    Company Register :-</a:t>
            </a:r>
            <a:r>
              <a:rPr lang="en-IN">
                <a:solidFill>
                  <a:schemeClr val="dk1"/>
                </a:solidFill>
                <a:latin typeface="Times New Roman"/>
                <a:ea typeface="Times New Roman"/>
                <a:cs typeface="Times New Roman"/>
                <a:sym typeface="Times New Roman"/>
              </a:rPr>
              <a:t> </a:t>
            </a:r>
            <a:endParaRPr sz="3200">
              <a:solidFill>
                <a:schemeClr val="dk1"/>
              </a:solidFill>
              <a:latin typeface="Calibri"/>
              <a:ea typeface="Calibri"/>
              <a:cs typeface="Calibri"/>
              <a:sym typeface="Calibri"/>
            </a:endParaRPr>
          </a:p>
          <a:p>
            <a:pPr indent="-514350" lvl="0" marL="514350" rtl="0" algn="l">
              <a:lnSpc>
                <a:spcPct val="100000"/>
              </a:lnSpc>
              <a:spcBef>
                <a:spcPts val="360"/>
              </a:spcBef>
              <a:spcAft>
                <a:spcPts val="0"/>
              </a:spcAft>
              <a:buClr>
                <a:schemeClr val="dk1"/>
              </a:buClr>
              <a:buSzPts val="1800"/>
              <a:buFont typeface="Arial"/>
              <a:buNone/>
            </a:pPr>
            <a:r>
              <a:rPr lang="en-IN">
                <a:solidFill>
                  <a:schemeClr val="dk1"/>
                </a:solidFill>
                <a:latin typeface="Times New Roman"/>
                <a:ea typeface="Times New Roman"/>
                <a:cs typeface="Times New Roman"/>
                <a:sym typeface="Times New Roman"/>
              </a:rPr>
              <a:t>			</a:t>
            </a:r>
            <a:endParaRPr sz="3200">
              <a:solidFill>
                <a:schemeClr val="dk1"/>
              </a:solidFill>
              <a:latin typeface="Calibri"/>
              <a:ea typeface="Calibri"/>
              <a:cs typeface="Calibri"/>
              <a:sym typeface="Calibri"/>
            </a:endParaRPr>
          </a:p>
          <a:p>
            <a:pPr indent="-514350" lvl="2" marL="1428750" rtl="0" algn="l">
              <a:lnSpc>
                <a:spcPct val="110000"/>
              </a:lnSpc>
              <a:spcBef>
                <a:spcPts val="320"/>
              </a:spcBef>
              <a:spcAft>
                <a:spcPts val="0"/>
              </a:spcAft>
              <a:buClr>
                <a:schemeClr val="dk1"/>
              </a:buClr>
              <a:buSzPts val="1600"/>
              <a:buFont typeface="Noto Sans Symbols"/>
              <a:buChar char="⮚"/>
            </a:pPr>
            <a:r>
              <a:rPr lang="en-IN"/>
              <a:t>The Company can Manage Register form verification  </a:t>
            </a:r>
            <a:endParaRPr/>
          </a:p>
          <a:p>
            <a:pPr indent="-412750" lvl="2" marL="1428750" rtl="0" algn="l">
              <a:lnSpc>
                <a:spcPct val="100000"/>
              </a:lnSpc>
              <a:spcBef>
                <a:spcPts val="320"/>
              </a:spcBef>
              <a:spcAft>
                <a:spcPts val="0"/>
              </a:spcAft>
              <a:buClr>
                <a:schemeClr val="dk1"/>
              </a:buClr>
              <a:buSzPts val="1600"/>
              <a:buFont typeface="Noto Sans Symbols"/>
              <a:buNone/>
            </a:pPr>
            <a:r>
              <a:t/>
            </a:r>
            <a:endParaRPr>
              <a:solidFill>
                <a:schemeClr val="dk1"/>
              </a:solidFill>
              <a:latin typeface="Times New Roman"/>
              <a:ea typeface="Times New Roman"/>
              <a:cs typeface="Times New Roman"/>
              <a:sym typeface="Times New Roman"/>
            </a:endParaRPr>
          </a:p>
          <a:p>
            <a:pPr indent="-514350" lvl="2" marL="1428750" rtl="0" algn="l">
              <a:lnSpc>
                <a:spcPct val="100000"/>
              </a:lnSpc>
              <a:spcBef>
                <a:spcPts val="320"/>
              </a:spcBef>
              <a:spcAft>
                <a:spcPts val="0"/>
              </a:spcAft>
              <a:buClr>
                <a:schemeClr val="dk1"/>
              </a:buClr>
              <a:buSzPts val="1600"/>
              <a:buFont typeface="Noto Sans Symbols"/>
              <a:buChar char="⮚"/>
            </a:pPr>
            <a:r>
              <a:rPr lang="en-IN"/>
              <a:t>After submitting the registration form, a verification link is sent to the provided email address to confirm its validity</a:t>
            </a:r>
            <a:r>
              <a:rPr lang="en-IN">
                <a:solidFill>
                  <a:schemeClr val="dk1"/>
                </a:solidFill>
                <a:latin typeface="Times New Roman"/>
                <a:ea typeface="Times New Roman"/>
                <a:cs typeface="Times New Roman"/>
                <a:sym typeface="Times New Roman"/>
              </a:rPr>
              <a:t>.</a:t>
            </a:r>
            <a:endParaRPr sz="2400">
              <a:solidFill>
                <a:schemeClr val="dk1"/>
              </a:solidFill>
              <a:latin typeface="Calibri"/>
              <a:ea typeface="Calibri"/>
              <a:cs typeface="Calibri"/>
              <a:sym typeface="Calibri"/>
            </a:endParaRPr>
          </a:p>
          <a:p>
            <a:pPr indent="0" lvl="2" marL="914400" rtl="0" algn="l">
              <a:lnSpc>
                <a:spcPct val="100000"/>
              </a:lnSpc>
              <a:spcBef>
                <a:spcPts val="320"/>
              </a:spcBef>
              <a:spcAft>
                <a:spcPts val="0"/>
              </a:spcAft>
              <a:buClr>
                <a:schemeClr val="dk1"/>
              </a:buClr>
              <a:buSzPts val="1600"/>
              <a:buFont typeface="Arial"/>
              <a:buNone/>
            </a:pPr>
            <a:r>
              <a:t/>
            </a:r>
            <a:endParaRPr>
              <a:solidFill>
                <a:schemeClr val="dk1"/>
              </a:solidFill>
              <a:latin typeface="Times New Roman"/>
              <a:ea typeface="Times New Roman"/>
              <a:cs typeface="Times New Roman"/>
              <a:sym typeface="Times New Roman"/>
            </a:endParaRPr>
          </a:p>
          <a:p>
            <a:pPr indent="-514350" lvl="2" marL="1428750" rtl="0" algn="l">
              <a:lnSpc>
                <a:spcPct val="100000"/>
              </a:lnSpc>
              <a:spcBef>
                <a:spcPts val="320"/>
              </a:spcBef>
              <a:spcAft>
                <a:spcPts val="0"/>
              </a:spcAft>
              <a:buClr>
                <a:schemeClr val="dk1"/>
              </a:buClr>
              <a:buSzPts val="1600"/>
              <a:buFont typeface="Noto Sans Symbols"/>
              <a:buChar char="⮚"/>
            </a:pPr>
            <a:r>
              <a:rPr lang="en-IN"/>
              <a:t>Admins can review company profiles before granting access to ensure legitimacy.</a:t>
            </a:r>
            <a:endParaRPr/>
          </a:p>
          <a:p>
            <a:pPr indent="0" lvl="2" marL="914400" rtl="0" algn="l">
              <a:lnSpc>
                <a:spcPct val="100000"/>
              </a:lnSpc>
              <a:spcBef>
                <a:spcPts val="320"/>
              </a:spcBef>
              <a:spcAft>
                <a:spcPts val="0"/>
              </a:spcAft>
              <a:buClr>
                <a:schemeClr val="dk1"/>
              </a:buClr>
              <a:buSzPts val="1600"/>
              <a:buNone/>
            </a:pPr>
            <a:r>
              <a:t/>
            </a:r>
            <a:endParaRPr/>
          </a:p>
          <a:p>
            <a:pPr indent="-514350" lvl="2" marL="1428750" rtl="0" algn="l">
              <a:lnSpc>
                <a:spcPct val="100000"/>
              </a:lnSpc>
              <a:spcBef>
                <a:spcPts val="320"/>
              </a:spcBef>
              <a:spcAft>
                <a:spcPts val="0"/>
              </a:spcAft>
              <a:buClr>
                <a:schemeClr val="dk1"/>
              </a:buClr>
              <a:buSzPts val="1600"/>
              <a:buFont typeface="Noto Sans Symbols"/>
              <a:buChar char="⮚"/>
            </a:pPr>
            <a:r>
              <a:rPr lang="en-IN"/>
              <a:t>Once verified and approved, companies can log in using their registered email and password</a:t>
            </a:r>
            <a:r>
              <a:rPr lang="en-IN">
                <a:solidFill>
                  <a:schemeClr val="dk1"/>
                </a:solidFill>
                <a:latin typeface="Times New Roman"/>
                <a:ea typeface="Times New Roman"/>
                <a:cs typeface="Times New Roman"/>
                <a:sym typeface="Times New Roman"/>
              </a:rPr>
              <a:t>.</a:t>
            </a:r>
            <a:endParaRPr/>
          </a:p>
          <a:p>
            <a:pPr indent="-412750" lvl="2" marL="1428750" rtl="0" algn="l">
              <a:lnSpc>
                <a:spcPct val="100000"/>
              </a:lnSpc>
              <a:spcBef>
                <a:spcPts val="320"/>
              </a:spcBef>
              <a:spcAft>
                <a:spcPts val="0"/>
              </a:spcAft>
              <a:buClr>
                <a:schemeClr val="dk1"/>
              </a:buClr>
              <a:buSzPts val="1600"/>
              <a:buFont typeface="Noto Sans Symbols"/>
              <a:buNone/>
            </a:pPr>
            <a:r>
              <a:t/>
            </a:r>
            <a:endParaRPr>
              <a:solidFill>
                <a:schemeClr val="dk1"/>
              </a:solidFill>
              <a:latin typeface="Times New Roman"/>
              <a:ea typeface="Times New Roman"/>
              <a:cs typeface="Times New Roman"/>
              <a:sym typeface="Times New Roman"/>
            </a:endParaRPr>
          </a:p>
          <a:p>
            <a:pPr indent="-514350" lvl="2" marL="1428750" rtl="0" algn="l">
              <a:lnSpc>
                <a:spcPct val="100000"/>
              </a:lnSpc>
              <a:spcBef>
                <a:spcPts val="320"/>
              </a:spcBef>
              <a:spcAft>
                <a:spcPts val="0"/>
              </a:spcAft>
              <a:buClr>
                <a:schemeClr val="dk1"/>
              </a:buClr>
              <a:buSzPts val="1600"/>
              <a:buFont typeface="Noto Sans Symbols"/>
              <a:buChar char="⮚"/>
            </a:pPr>
            <a:r>
              <a:rPr lang="en-IN"/>
              <a:t>After successful login, companies can access the employer dashboard to post jobs, view applications, and manage their profile.</a:t>
            </a:r>
            <a:endParaRPr/>
          </a:p>
          <a:p>
            <a:pPr indent="-412750" lvl="2" marL="1428750" rtl="0" algn="l">
              <a:lnSpc>
                <a:spcPct val="100000"/>
              </a:lnSpc>
              <a:spcBef>
                <a:spcPts val="320"/>
              </a:spcBef>
              <a:spcAft>
                <a:spcPts val="0"/>
              </a:spcAft>
              <a:buClr>
                <a:schemeClr val="dk1"/>
              </a:buClr>
              <a:buSzPts val="1600"/>
              <a:buFont typeface="Noto Sans Symbols"/>
              <a:buNone/>
            </a:pPr>
            <a:r>
              <a:t/>
            </a:r>
            <a:endParaRPr sz="2400">
              <a:solidFill>
                <a:schemeClr val="dk1"/>
              </a:solidFill>
              <a:latin typeface="Calibri"/>
              <a:ea typeface="Calibri"/>
              <a:cs typeface="Calibri"/>
              <a:sym typeface="Calibri"/>
            </a:endParaRPr>
          </a:p>
          <a:p>
            <a:pPr indent="0" lvl="0" marL="0" rtl="0" algn="l">
              <a:lnSpc>
                <a:spcPct val="100000"/>
              </a:lnSpc>
              <a:spcBef>
                <a:spcPts val="1000"/>
              </a:spcBef>
              <a:spcAft>
                <a:spcPts val="0"/>
              </a:spcAft>
              <a:buSzPts val="1800"/>
              <a:buNone/>
            </a:pPr>
            <a:r>
              <a:t/>
            </a:r>
            <a:endParaRPr/>
          </a:p>
        </p:txBody>
      </p:sp>
      <p:sp>
        <p:nvSpPr>
          <p:cNvPr id="155" name="Google Shape;155;g3340c2eaaed_0_199"/>
          <p:cNvSpPr/>
          <p:nvPr>
            <p:ph idx="12" type="sldNum"/>
          </p:nvPr>
        </p:nvSpPr>
        <p:spPr>
          <a:xfrm>
            <a:off x="10758922" y="6217920"/>
            <a:ext cx="365700" cy="365700"/>
          </a:xfrm>
          <a:prstGeom prst="ellipse">
            <a:avLst/>
          </a:prstGeom>
          <a:solidFill>
            <a:srgbClr val="1D1D1D">
              <a:alpha val="69020"/>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sp>
        <p:nvSpPr>
          <p:cNvPr id="156" name="Google Shape;156;g3340c2eaaed_0_199"/>
          <p:cNvSpPr txBox="1"/>
          <p:nvPr/>
        </p:nvSpPr>
        <p:spPr>
          <a:xfrm>
            <a:off x="2231100" y="1253025"/>
            <a:ext cx="77298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1" i="0" lang="en-IN" sz="2000" u="none" cap="none" strike="noStrike">
                <a:solidFill>
                  <a:schemeClr val="dk1"/>
                </a:solidFill>
                <a:latin typeface="Times New Roman"/>
                <a:ea typeface="Times New Roman"/>
                <a:cs typeface="Times New Roman"/>
                <a:sym typeface="Times New Roman"/>
              </a:rPr>
              <a:t>4.1 USER OF THE SYSTEM</a:t>
            </a:r>
            <a:endParaRPr b="0" i="0" sz="1600" u="none" cap="none" strike="noStrike">
              <a:solidFill>
                <a:srgbClr val="000000"/>
              </a:solidFill>
              <a:latin typeface="Arial"/>
              <a:ea typeface="Arial"/>
              <a:cs typeface="Arial"/>
              <a:sym typeface="Arial"/>
            </a:endParaRPr>
          </a:p>
        </p:txBody>
      </p:sp>
      <p:pic>
        <p:nvPicPr>
          <p:cNvPr id="157" name="Google Shape;157;g3340c2eaaed_0_199"/>
          <p:cNvPicPr preferRelativeResize="0"/>
          <p:nvPr/>
        </p:nvPicPr>
        <p:blipFill rotWithShape="1">
          <a:blip r:embed="rId3">
            <a:alphaModFix/>
          </a:blip>
          <a:srcRect b="0" l="0" r="0" t="0"/>
          <a:stretch/>
        </p:blipFill>
        <p:spPr>
          <a:xfrm>
            <a:off x="10115550" y="66675"/>
            <a:ext cx="1990726" cy="55811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2" name="Shape 162"/>
        <p:cNvGrpSpPr/>
        <p:nvPr/>
      </p:nvGrpSpPr>
      <p:grpSpPr>
        <a:xfrm>
          <a:off x="0" y="0"/>
          <a:ext cx="0" cy="0"/>
          <a:chOff x="0" y="0"/>
          <a:chExt cx="0" cy="0"/>
        </a:xfrm>
      </p:grpSpPr>
      <p:sp>
        <p:nvSpPr>
          <p:cNvPr id="163" name="Google Shape;163;g3340c2eaaed_0_2180"/>
          <p:cNvSpPr txBox="1"/>
          <p:nvPr>
            <p:ph type="title"/>
          </p:nvPr>
        </p:nvSpPr>
        <p:spPr>
          <a:xfrm>
            <a:off x="2231100" y="-2"/>
            <a:ext cx="7729800" cy="965100"/>
          </a:xfrm>
          <a:prstGeom prst="rect">
            <a:avLst/>
          </a:prstGeom>
          <a:solidFill>
            <a:srgbClr val="FFFFFF"/>
          </a:solidFill>
          <a:ln cap="sq" cmpd="sng" w="31750">
            <a:solidFill>
              <a:srgbClr val="404040"/>
            </a:solidFill>
            <a:prstDash val="solid"/>
            <a:miter lim="8000"/>
            <a:headEnd len="sm" w="sm" type="none"/>
            <a:tailEnd len="sm" w="sm" type="none"/>
          </a:ln>
        </p:spPr>
        <p:txBody>
          <a:bodyPr anchorCtr="0" anchor="ctr" bIns="182875" lIns="182875" spcFirstLastPara="1" rIns="182875" wrap="square" tIns="182875">
            <a:normAutofit/>
          </a:bodyPr>
          <a:lstStyle/>
          <a:p>
            <a:pPr indent="0" lvl="0" marL="0" rtl="0" algn="ctr">
              <a:lnSpc>
                <a:spcPct val="100000"/>
              </a:lnSpc>
              <a:spcBef>
                <a:spcPts val="0"/>
              </a:spcBef>
              <a:spcAft>
                <a:spcPts val="0"/>
              </a:spcAft>
              <a:buSzPts val="1800"/>
              <a:buNone/>
            </a:pPr>
            <a:r>
              <a:rPr b="1" lang="en-IN" sz="2400" u="sng">
                <a:latin typeface="Times New Roman"/>
                <a:ea typeface="Times New Roman"/>
                <a:cs typeface="Times New Roman"/>
                <a:sym typeface="Times New Roman"/>
              </a:rPr>
              <a:t>4. FUNCTIONAL SPECIFICATION</a:t>
            </a:r>
            <a:endParaRPr sz="2400"/>
          </a:p>
        </p:txBody>
      </p:sp>
      <p:sp>
        <p:nvSpPr>
          <p:cNvPr id="164" name="Google Shape;164;g3340c2eaaed_0_2180"/>
          <p:cNvSpPr txBox="1"/>
          <p:nvPr>
            <p:ph idx="1" type="body"/>
          </p:nvPr>
        </p:nvSpPr>
        <p:spPr>
          <a:xfrm>
            <a:off x="2231100" y="2028450"/>
            <a:ext cx="8100300" cy="41895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1100"/>
              <a:buFont typeface="Arial"/>
              <a:buNone/>
            </a:pPr>
            <a:r>
              <a:rPr b="1" lang="en-IN">
                <a:latin typeface="Times New Roman"/>
                <a:ea typeface="Times New Roman"/>
                <a:cs typeface="Times New Roman"/>
                <a:sym typeface="Times New Roman"/>
              </a:rPr>
              <a:t>3) Workflow:-</a:t>
            </a:r>
            <a:r>
              <a:rPr lang="en-IN">
                <a:latin typeface="Times New Roman"/>
                <a:ea typeface="Times New Roman"/>
                <a:cs typeface="Times New Roman"/>
                <a:sym typeface="Times New Roman"/>
              </a:rPr>
              <a:t> </a:t>
            </a:r>
            <a:endParaRPr/>
          </a:p>
          <a:p>
            <a:pPr indent="-514350" lvl="0" marL="514350" rtl="0" algn="l">
              <a:lnSpc>
                <a:spcPct val="100000"/>
              </a:lnSpc>
              <a:spcBef>
                <a:spcPts val="360"/>
              </a:spcBef>
              <a:spcAft>
                <a:spcPts val="0"/>
              </a:spcAft>
              <a:buClr>
                <a:schemeClr val="dk1"/>
              </a:buClr>
              <a:buSzPts val="1100"/>
              <a:buFont typeface="Arial"/>
              <a:buNone/>
            </a:pPr>
            <a:r>
              <a:rPr lang="en-IN">
                <a:latin typeface="Times New Roman"/>
                <a:ea typeface="Times New Roman"/>
                <a:cs typeface="Times New Roman"/>
                <a:sym typeface="Times New Roman"/>
              </a:rPr>
              <a:t>			</a:t>
            </a:r>
            <a:endParaRPr/>
          </a:p>
          <a:p>
            <a:pPr indent="-342900" lvl="0" marL="457200" rtl="0" algn="l">
              <a:lnSpc>
                <a:spcPct val="100000"/>
              </a:lnSpc>
              <a:spcBef>
                <a:spcPts val="1000"/>
              </a:spcBef>
              <a:spcAft>
                <a:spcPts val="0"/>
              </a:spcAft>
              <a:buSzPts val="1800"/>
              <a:buFont typeface="Noto Sans Symbols"/>
              <a:buChar char="⮚"/>
            </a:pPr>
            <a:r>
              <a:rPr lang="en-IN"/>
              <a:t>Company fills out the registration form and submits.</a:t>
            </a:r>
            <a:endParaRPr/>
          </a:p>
          <a:p>
            <a:pPr indent="-342900" lvl="0" marL="457200" rtl="0" algn="l">
              <a:lnSpc>
                <a:spcPct val="100000"/>
              </a:lnSpc>
              <a:spcBef>
                <a:spcPts val="1000"/>
              </a:spcBef>
              <a:spcAft>
                <a:spcPts val="0"/>
              </a:spcAft>
              <a:buSzPts val="1800"/>
              <a:buFont typeface="Noto Sans Symbols"/>
              <a:buChar char="⮚"/>
            </a:pPr>
            <a:r>
              <a:rPr lang="en-IN"/>
              <a:t>System sends an email verification link to the registered email.</a:t>
            </a:r>
            <a:endParaRPr/>
          </a:p>
          <a:p>
            <a:pPr indent="-342900" lvl="0" marL="457200" rtl="0" algn="l">
              <a:lnSpc>
                <a:spcPct val="100000"/>
              </a:lnSpc>
              <a:spcBef>
                <a:spcPts val="1000"/>
              </a:spcBef>
              <a:spcAft>
                <a:spcPts val="0"/>
              </a:spcAft>
              <a:buSzPts val="1800"/>
              <a:buFont typeface="Noto Sans Symbols"/>
              <a:buChar char="⮚"/>
            </a:pPr>
            <a:r>
              <a:rPr lang="en-IN"/>
              <a:t>Company clicks the link to verify their email.</a:t>
            </a:r>
            <a:endParaRPr/>
          </a:p>
          <a:p>
            <a:pPr indent="-342900" lvl="0" marL="457200" rtl="0" algn="l">
              <a:lnSpc>
                <a:spcPct val="100000"/>
              </a:lnSpc>
              <a:spcBef>
                <a:spcPts val="1000"/>
              </a:spcBef>
              <a:spcAft>
                <a:spcPts val="0"/>
              </a:spcAft>
              <a:buSzPts val="1800"/>
              <a:buFont typeface="Noto Sans Symbols"/>
              <a:buChar char="⮚"/>
            </a:pPr>
            <a:r>
              <a:rPr lang="en-IN"/>
              <a:t>(Optional) Admin reviews and approves the registration.</a:t>
            </a:r>
            <a:endParaRPr/>
          </a:p>
          <a:p>
            <a:pPr indent="-342900" lvl="0" marL="457200" rtl="0" algn="l">
              <a:lnSpc>
                <a:spcPct val="100000"/>
              </a:lnSpc>
              <a:spcBef>
                <a:spcPts val="1000"/>
              </a:spcBef>
              <a:spcAft>
                <a:spcPts val="0"/>
              </a:spcAft>
              <a:buSzPts val="1800"/>
              <a:buFont typeface="Noto Sans Symbols"/>
              <a:buChar char="⮚"/>
            </a:pPr>
            <a:r>
              <a:rPr lang="en-IN"/>
              <a:t>Company logs in and accesses employer dashboard</a:t>
            </a:r>
            <a:r>
              <a:rPr b="1" lang="en-IN"/>
              <a:t>.</a:t>
            </a:r>
            <a:endParaRPr/>
          </a:p>
          <a:p>
            <a:pPr indent="0" lvl="0" marL="0" rtl="0" algn="l">
              <a:lnSpc>
                <a:spcPct val="100000"/>
              </a:lnSpc>
              <a:spcBef>
                <a:spcPts val="1000"/>
              </a:spcBef>
              <a:spcAft>
                <a:spcPts val="0"/>
              </a:spcAft>
              <a:buSzPts val="1800"/>
              <a:buNone/>
            </a:pPr>
            <a:r>
              <a:t/>
            </a:r>
            <a:endParaRPr/>
          </a:p>
        </p:txBody>
      </p:sp>
      <p:sp>
        <p:nvSpPr>
          <p:cNvPr id="165" name="Google Shape;165;g3340c2eaaed_0_2180"/>
          <p:cNvSpPr/>
          <p:nvPr>
            <p:ph idx="12" type="sldNum"/>
          </p:nvPr>
        </p:nvSpPr>
        <p:spPr>
          <a:xfrm>
            <a:off x="10758922" y="6217920"/>
            <a:ext cx="365700" cy="365700"/>
          </a:xfrm>
          <a:prstGeom prst="ellipse">
            <a:avLst/>
          </a:prstGeom>
          <a:solidFill>
            <a:srgbClr val="1D1D1D">
              <a:alpha val="69020"/>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sp>
        <p:nvSpPr>
          <p:cNvPr id="166" name="Google Shape;166;g3340c2eaaed_0_2180"/>
          <p:cNvSpPr txBox="1"/>
          <p:nvPr/>
        </p:nvSpPr>
        <p:spPr>
          <a:xfrm>
            <a:off x="2231100" y="1123950"/>
            <a:ext cx="77298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Times New Roman"/>
                <a:ea typeface="Times New Roman"/>
                <a:cs typeface="Times New Roman"/>
                <a:sym typeface="Times New Roman"/>
              </a:rPr>
              <a:t>4.1 USER OF THE SYSTEM</a:t>
            </a:r>
            <a:endParaRPr b="1" i="0" sz="1800" u="none" cap="none" strike="noStrike">
              <a:solidFill>
                <a:schemeClr val="dk1"/>
              </a:solidFill>
              <a:latin typeface="Times New Roman"/>
              <a:ea typeface="Times New Roman"/>
              <a:cs typeface="Times New Roman"/>
              <a:sym typeface="Times New Roman"/>
            </a:endParaRPr>
          </a:p>
        </p:txBody>
      </p:sp>
      <p:pic>
        <p:nvPicPr>
          <p:cNvPr id="167" name="Google Shape;167;g3340c2eaaed_0_2180"/>
          <p:cNvPicPr preferRelativeResize="0"/>
          <p:nvPr/>
        </p:nvPicPr>
        <p:blipFill rotWithShape="1">
          <a:blip r:embed="rId3">
            <a:alphaModFix/>
          </a:blip>
          <a:srcRect b="0" l="0" r="0" t="0"/>
          <a:stretch/>
        </p:blipFill>
        <p:spPr>
          <a:xfrm>
            <a:off x="10115550" y="66675"/>
            <a:ext cx="1990726" cy="55811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71" name="Shape 171"/>
        <p:cNvGrpSpPr/>
        <p:nvPr/>
      </p:nvGrpSpPr>
      <p:grpSpPr>
        <a:xfrm>
          <a:off x="0" y="0"/>
          <a:ext cx="0" cy="0"/>
          <a:chOff x="0" y="0"/>
          <a:chExt cx="0" cy="0"/>
        </a:xfrm>
      </p:grpSpPr>
      <p:sp>
        <p:nvSpPr>
          <p:cNvPr id="172" name="Google Shape;172;g3340c2eaaed_0_488"/>
          <p:cNvSpPr txBox="1"/>
          <p:nvPr>
            <p:ph type="ctrTitle"/>
          </p:nvPr>
        </p:nvSpPr>
        <p:spPr>
          <a:xfrm>
            <a:off x="1016000" y="152403"/>
            <a:ext cx="10363200" cy="533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2000"/>
              <a:buFont typeface="Times New Roman"/>
              <a:buNone/>
            </a:pPr>
            <a:r>
              <a:rPr b="1" lang="en-IN" sz="2000" u="sng">
                <a:latin typeface="Times New Roman"/>
                <a:ea typeface="Times New Roman"/>
                <a:cs typeface="Times New Roman"/>
                <a:sym typeface="Times New Roman"/>
              </a:rPr>
              <a:t>5. SYSTEM REQUIREMENT</a:t>
            </a:r>
            <a:endParaRPr/>
          </a:p>
        </p:txBody>
      </p:sp>
      <p:sp>
        <p:nvSpPr>
          <p:cNvPr id="173" name="Google Shape;173;g3340c2eaaed_0_488"/>
          <p:cNvSpPr/>
          <p:nvPr/>
        </p:nvSpPr>
        <p:spPr>
          <a:xfrm>
            <a:off x="406400" y="841919"/>
            <a:ext cx="11379300" cy="369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Times New Roman"/>
                <a:ea typeface="Times New Roman"/>
                <a:cs typeface="Times New Roman"/>
                <a:sym typeface="Times New Roman"/>
              </a:rPr>
              <a:t>5.1 MINIMUM SOFTWARE REQUIREMENT</a:t>
            </a:r>
            <a:endParaRPr b="1" i="0" sz="1800" u="none" cap="none" strike="noStrike">
              <a:solidFill>
                <a:schemeClr val="dk1"/>
              </a:solidFill>
              <a:latin typeface="Times New Roman"/>
              <a:ea typeface="Times New Roman"/>
              <a:cs typeface="Times New Roman"/>
              <a:sym typeface="Times New Roman"/>
            </a:endParaRPr>
          </a:p>
        </p:txBody>
      </p:sp>
      <p:graphicFrame>
        <p:nvGraphicFramePr>
          <p:cNvPr id="174" name="Google Shape;174;g3340c2eaaed_0_488"/>
          <p:cNvGraphicFramePr/>
          <p:nvPr/>
        </p:nvGraphicFramePr>
        <p:xfrm>
          <a:off x="812800" y="1676400"/>
          <a:ext cx="3000000" cy="3000000"/>
        </p:xfrm>
        <a:graphic>
          <a:graphicData uri="http://schemas.openxmlformats.org/drawingml/2006/table">
            <a:tbl>
              <a:tblPr bandRow="1" firstRow="1">
                <a:noFill/>
                <a:tableStyleId>{49A7A708-BC0A-4EE3-89A3-728B4DACB3E8}</a:tableStyleId>
              </a:tblPr>
              <a:tblGrid>
                <a:gridCol w="5283200"/>
                <a:gridCol w="5283200"/>
              </a:tblGrid>
              <a:tr h="370850">
                <a:tc gridSpan="2">
                  <a:txBody>
                    <a:bodyPr/>
                    <a:lstStyle/>
                    <a:p>
                      <a:pPr indent="0" lvl="0" marL="0" marR="0" rtl="0" algn="l">
                        <a:lnSpc>
                          <a:spcPct val="100000"/>
                        </a:lnSpc>
                        <a:spcBef>
                          <a:spcPts val="0"/>
                        </a:spcBef>
                        <a:spcAft>
                          <a:spcPts val="0"/>
                        </a:spcAft>
                        <a:buClr>
                          <a:srgbClr val="000000"/>
                        </a:buClr>
                        <a:buSzPts val="1800"/>
                        <a:buFont typeface="Arial"/>
                        <a:buNone/>
                      </a:pPr>
                      <a:r>
                        <a:rPr b="1" lang="en-IN" sz="1800" u="none" cap="none" strike="noStrike">
                          <a:solidFill>
                            <a:schemeClr val="dk1"/>
                          </a:solidFill>
                          <a:latin typeface="Times New Roman"/>
                          <a:ea typeface="Times New Roman"/>
                          <a:cs typeface="Times New Roman"/>
                          <a:sym typeface="Times New Roman"/>
                        </a:rPr>
                        <a:t>Server  Side  Requirement</a:t>
                      </a:r>
                      <a:endParaRPr sz="1400" u="none" cap="none" strike="noStrike"/>
                    </a:p>
                  </a:txBody>
                  <a:tcPr marT="45725" marB="45725" marR="91450" marL="91450"/>
                </a:tc>
                <a:tc hMerge="1"/>
              </a:tr>
              <a:tr h="370850">
                <a:tc>
                  <a:txBody>
                    <a:bodyPr/>
                    <a:lstStyle/>
                    <a:p>
                      <a:pPr indent="0" lvl="0" marL="0" marR="0" rtl="0" algn="l">
                        <a:lnSpc>
                          <a:spcPct val="100000"/>
                        </a:lnSpc>
                        <a:spcBef>
                          <a:spcPts val="0"/>
                        </a:spcBef>
                        <a:spcAft>
                          <a:spcPts val="0"/>
                        </a:spcAft>
                        <a:buClr>
                          <a:srgbClr val="000000"/>
                        </a:buClr>
                        <a:buSzPts val="1800"/>
                        <a:buFont typeface="Arial"/>
                        <a:buNone/>
                      </a:pPr>
                      <a:r>
                        <a:rPr b="1" lang="en-IN" sz="1800" u="none" cap="none" strike="noStrike">
                          <a:solidFill>
                            <a:schemeClr val="dk1"/>
                          </a:solidFill>
                          <a:latin typeface="Times New Roman"/>
                          <a:ea typeface="Times New Roman"/>
                          <a:cs typeface="Times New Roman"/>
                          <a:sym typeface="Times New Roman"/>
                        </a:rPr>
                        <a:t>Operating System</a:t>
                      </a:r>
                      <a:endParaRPr b="1" sz="1800" u="none" cap="none" strike="noStrike">
                        <a:solidFill>
                          <a:schemeClr val="dk1"/>
                        </a:solidFill>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chemeClr val="dk1"/>
                          </a:solidFill>
                          <a:latin typeface="Times New Roman"/>
                          <a:ea typeface="Times New Roman"/>
                          <a:cs typeface="Times New Roman"/>
                          <a:sym typeface="Times New Roman"/>
                        </a:rPr>
                        <a:t>Window Server 2003 </a:t>
                      </a:r>
                      <a:r>
                        <a:rPr lang="en-IN" sz="1600" u="none" cap="none" strike="noStrike">
                          <a:latin typeface="Times New Roman"/>
                          <a:ea typeface="Times New Roman"/>
                          <a:cs typeface="Times New Roman"/>
                          <a:sym typeface="Times New Roman"/>
                        </a:rPr>
                        <a:t>or Any Compatible Server OS</a:t>
                      </a:r>
                      <a:endParaRPr sz="1600" u="none" cap="none" strike="noStrike">
                        <a:latin typeface="Times New Roman"/>
                        <a:ea typeface="Times New Roman"/>
                        <a:cs typeface="Times New Roman"/>
                        <a:sym typeface="Times New Roman"/>
                      </a:endParaRPr>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b="1" lang="en-IN" sz="1800" u="none" cap="none" strike="noStrike">
                          <a:solidFill>
                            <a:schemeClr val="dk1"/>
                          </a:solidFill>
                          <a:latin typeface="Times New Roman"/>
                          <a:ea typeface="Times New Roman"/>
                          <a:cs typeface="Times New Roman"/>
                          <a:sym typeface="Times New Roman"/>
                        </a:rPr>
                        <a:t>Web Server</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chemeClr val="dk1"/>
                          </a:solidFill>
                          <a:latin typeface="Times New Roman"/>
                          <a:ea typeface="Times New Roman"/>
                          <a:cs typeface="Times New Roman"/>
                          <a:sym typeface="Times New Roman"/>
                        </a:rPr>
                        <a:t>APACHE</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b="1" lang="en-IN" sz="1800" u="none" cap="none" strike="noStrike">
                          <a:solidFill>
                            <a:schemeClr val="dk1"/>
                          </a:solidFill>
                          <a:latin typeface="Times New Roman"/>
                          <a:ea typeface="Times New Roman"/>
                          <a:cs typeface="Times New Roman"/>
                          <a:sym typeface="Times New Roman"/>
                        </a:rPr>
                        <a:t>Front-End Tools</a:t>
                      </a:r>
                      <a:endParaRPr b="1" sz="1800" u="none" cap="none" strike="noStrike">
                        <a:solidFill>
                          <a:schemeClr val="dk1"/>
                        </a:solidFill>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chemeClr val="dk1"/>
                          </a:solidFill>
                          <a:latin typeface="Times New Roman"/>
                          <a:ea typeface="Times New Roman"/>
                          <a:cs typeface="Times New Roman"/>
                          <a:sym typeface="Times New Roman"/>
                        </a:rPr>
                        <a:t>PHP 8.0.12</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b="1" lang="en-IN" sz="1800" u="none" cap="none" strike="noStrike">
                          <a:solidFill>
                            <a:schemeClr val="dk1"/>
                          </a:solidFill>
                          <a:latin typeface="Times New Roman"/>
                          <a:ea typeface="Times New Roman"/>
                          <a:cs typeface="Times New Roman"/>
                          <a:sym typeface="Times New Roman"/>
                        </a:rPr>
                        <a:t>Back-End Tool</a:t>
                      </a:r>
                      <a:endParaRPr b="1" sz="1800" u="none" cap="none" strike="noStrike">
                        <a:solidFill>
                          <a:schemeClr val="dk1"/>
                        </a:solidFill>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chemeClr val="dk1"/>
                          </a:solidFill>
                          <a:latin typeface="Times New Roman"/>
                          <a:ea typeface="Times New Roman"/>
                          <a:cs typeface="Times New Roman"/>
                          <a:sym typeface="Times New Roman"/>
                        </a:rPr>
                        <a:t>MySQL 5.6.17</a:t>
                      </a:r>
                      <a:endParaRPr sz="1600" u="none" cap="none" strike="noStrike">
                        <a:solidFill>
                          <a:schemeClr val="dk1"/>
                        </a:solidFill>
                        <a:latin typeface="Times New Roman"/>
                        <a:ea typeface="Times New Roman"/>
                        <a:cs typeface="Times New Roman"/>
                        <a:sym typeface="Times New Roman"/>
                      </a:endParaRPr>
                    </a:p>
                  </a:txBody>
                  <a:tcPr marT="45725" marB="45725" marR="91450" marL="91450"/>
                </a:tc>
              </a:tr>
            </a:tbl>
          </a:graphicData>
        </a:graphic>
      </p:graphicFrame>
      <p:graphicFrame>
        <p:nvGraphicFramePr>
          <p:cNvPr id="175" name="Google Shape;175;g3340c2eaaed_0_488"/>
          <p:cNvGraphicFramePr/>
          <p:nvPr/>
        </p:nvGraphicFramePr>
        <p:xfrm>
          <a:off x="812800" y="4267200"/>
          <a:ext cx="3000000" cy="3000000"/>
        </p:xfrm>
        <a:graphic>
          <a:graphicData uri="http://schemas.openxmlformats.org/drawingml/2006/table">
            <a:tbl>
              <a:tblPr bandRow="1" firstRow="1">
                <a:noFill/>
                <a:tableStyleId>{49A7A708-BC0A-4EE3-89A3-728B4DACB3E8}</a:tableStyleId>
              </a:tblPr>
              <a:tblGrid>
                <a:gridCol w="5221025"/>
                <a:gridCol w="5345375"/>
              </a:tblGrid>
              <a:tr h="370850">
                <a:tc gridSpan="2">
                  <a:txBody>
                    <a:bodyPr/>
                    <a:lstStyle/>
                    <a:p>
                      <a:pPr indent="0" lvl="0" marL="0" marR="0" rtl="0" algn="l">
                        <a:lnSpc>
                          <a:spcPct val="100000"/>
                        </a:lnSpc>
                        <a:spcBef>
                          <a:spcPts val="0"/>
                        </a:spcBef>
                        <a:spcAft>
                          <a:spcPts val="0"/>
                        </a:spcAft>
                        <a:buClr>
                          <a:srgbClr val="000000"/>
                        </a:buClr>
                        <a:buSzPts val="1800"/>
                        <a:buFont typeface="Arial"/>
                        <a:buNone/>
                      </a:pPr>
                      <a:r>
                        <a:rPr b="1" lang="en-IN" sz="1800" u="none" cap="none" strike="noStrike">
                          <a:latin typeface="Times New Roman"/>
                          <a:ea typeface="Times New Roman"/>
                          <a:cs typeface="Times New Roman"/>
                          <a:sym typeface="Times New Roman"/>
                        </a:rPr>
                        <a:t>Client Side Requirement</a:t>
                      </a:r>
                      <a:endParaRPr b="1" sz="1800" u="none" cap="none" strike="noStrike">
                        <a:latin typeface="Times New Roman"/>
                        <a:ea typeface="Times New Roman"/>
                        <a:cs typeface="Times New Roman"/>
                        <a:sym typeface="Times New Roman"/>
                      </a:endParaRPr>
                    </a:p>
                  </a:txBody>
                  <a:tcPr marT="45725" marB="45725" marR="91450" marL="91450"/>
                </a:tc>
                <a:tc hMerge="1"/>
              </a:tr>
              <a:tr h="370850">
                <a:tc>
                  <a:txBody>
                    <a:bodyPr/>
                    <a:lstStyle/>
                    <a:p>
                      <a:pPr indent="0" lvl="0" marL="0" marR="0" rtl="0" algn="l">
                        <a:lnSpc>
                          <a:spcPct val="100000"/>
                        </a:lnSpc>
                        <a:spcBef>
                          <a:spcPts val="0"/>
                        </a:spcBef>
                        <a:spcAft>
                          <a:spcPts val="0"/>
                        </a:spcAft>
                        <a:buClr>
                          <a:srgbClr val="000000"/>
                        </a:buClr>
                        <a:buSzPts val="1800"/>
                        <a:buFont typeface="Arial"/>
                        <a:buNone/>
                      </a:pPr>
                      <a:r>
                        <a:rPr b="1" lang="en-IN" sz="1800" u="none" cap="none" strike="noStrike">
                          <a:latin typeface="Times New Roman"/>
                          <a:ea typeface="Times New Roman"/>
                          <a:cs typeface="Times New Roman"/>
                          <a:sym typeface="Times New Roman"/>
                        </a:rPr>
                        <a:t>Operating System</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latin typeface="Times New Roman"/>
                          <a:ea typeface="Times New Roman"/>
                          <a:cs typeface="Times New Roman"/>
                          <a:sym typeface="Times New Roman"/>
                        </a:rPr>
                        <a:t>Window  XP  or  Any  Compatible  OS</a:t>
                      </a:r>
                      <a:endParaRPr sz="1600" u="none" cap="none" strike="noStrike">
                        <a:latin typeface="Times New Roman"/>
                        <a:ea typeface="Times New Roman"/>
                        <a:cs typeface="Times New Roman"/>
                        <a:sym typeface="Times New Roman"/>
                      </a:endParaRPr>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b="1" lang="en-IN" sz="1800" u="none" cap="none" strike="noStrike">
                          <a:latin typeface="Times New Roman"/>
                          <a:ea typeface="Times New Roman"/>
                          <a:cs typeface="Times New Roman"/>
                          <a:sym typeface="Times New Roman"/>
                        </a:rPr>
                        <a:t>Web Browser</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latin typeface="Times New Roman"/>
                          <a:ea typeface="Times New Roman"/>
                          <a:cs typeface="Times New Roman"/>
                          <a:sym typeface="Times New Roman"/>
                        </a:rPr>
                        <a:t>Google Chrome or Any  Compatible   Browser</a:t>
                      </a:r>
                      <a:endParaRPr sz="1600" u="none" cap="none" strike="noStrike">
                        <a:latin typeface="Times New Roman"/>
                        <a:ea typeface="Times New Roman"/>
                        <a:cs typeface="Times New Roman"/>
                        <a:sym typeface="Times New Roman"/>
                      </a:endParaRPr>
                    </a:p>
                  </a:txBody>
                  <a:tcPr marT="45725" marB="45725" marR="91450" marL="91450"/>
                </a:tc>
              </a:tr>
            </a:tbl>
          </a:graphicData>
        </a:graphic>
      </p:graphicFrame>
      <p:sp>
        <p:nvSpPr>
          <p:cNvPr id="176" name="Google Shape;176;g3340c2eaaed_0_488"/>
          <p:cNvSpPr/>
          <p:nvPr>
            <p:ph idx="12" type="sldNum"/>
          </p:nvPr>
        </p:nvSpPr>
        <p:spPr>
          <a:xfrm>
            <a:off x="10758922" y="6217920"/>
            <a:ext cx="365700" cy="365700"/>
          </a:xfrm>
          <a:prstGeom prst="ellipse">
            <a:avLst/>
          </a:prstGeom>
          <a:solidFill>
            <a:srgbClr val="1D1D1D">
              <a:alpha val="69020"/>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pic>
        <p:nvPicPr>
          <p:cNvPr id="177" name="Google Shape;177;g3340c2eaaed_0_488"/>
          <p:cNvPicPr preferRelativeResize="0"/>
          <p:nvPr/>
        </p:nvPicPr>
        <p:blipFill rotWithShape="1">
          <a:blip r:embed="rId3">
            <a:alphaModFix/>
          </a:blip>
          <a:srcRect b="0" l="0" r="0" t="0"/>
          <a:stretch/>
        </p:blipFill>
        <p:spPr>
          <a:xfrm>
            <a:off x="10115550" y="66675"/>
            <a:ext cx="1990726" cy="55811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81" name="Shape 181"/>
        <p:cNvGrpSpPr/>
        <p:nvPr/>
      </p:nvGrpSpPr>
      <p:grpSpPr>
        <a:xfrm>
          <a:off x="0" y="0"/>
          <a:ext cx="0" cy="0"/>
          <a:chOff x="0" y="0"/>
          <a:chExt cx="0" cy="0"/>
        </a:xfrm>
      </p:grpSpPr>
      <p:sp>
        <p:nvSpPr>
          <p:cNvPr id="182" name="Google Shape;182;g3340c2eaaed_0_570"/>
          <p:cNvSpPr txBox="1"/>
          <p:nvPr>
            <p:ph type="ctrTitle"/>
          </p:nvPr>
        </p:nvSpPr>
        <p:spPr>
          <a:xfrm>
            <a:off x="1016000" y="152403"/>
            <a:ext cx="10363200" cy="533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2000"/>
              <a:buFont typeface="Times New Roman"/>
              <a:buNone/>
            </a:pPr>
            <a:r>
              <a:rPr b="1" lang="en-IN" sz="2000" u="sng">
                <a:latin typeface="Times New Roman"/>
                <a:ea typeface="Times New Roman"/>
                <a:cs typeface="Times New Roman"/>
                <a:sym typeface="Times New Roman"/>
              </a:rPr>
              <a:t>5. SYSTEM REQUIREMENT</a:t>
            </a:r>
            <a:endParaRPr/>
          </a:p>
        </p:txBody>
      </p:sp>
      <p:graphicFrame>
        <p:nvGraphicFramePr>
          <p:cNvPr id="183" name="Google Shape;183;g3340c2eaaed_0_570"/>
          <p:cNvGraphicFramePr/>
          <p:nvPr/>
        </p:nvGraphicFramePr>
        <p:xfrm>
          <a:off x="812800" y="1676400"/>
          <a:ext cx="3000000" cy="3000000"/>
        </p:xfrm>
        <a:graphic>
          <a:graphicData uri="http://schemas.openxmlformats.org/drawingml/2006/table">
            <a:tbl>
              <a:tblPr bandRow="1" firstRow="1">
                <a:noFill/>
                <a:tableStyleId>{49A7A708-BC0A-4EE3-89A3-728B4DACB3E8}</a:tableStyleId>
              </a:tblPr>
              <a:tblGrid>
                <a:gridCol w="5220425"/>
                <a:gridCol w="5345975"/>
              </a:tblGrid>
              <a:tr h="438150">
                <a:tc gridSpan="2">
                  <a:txBody>
                    <a:bodyPr/>
                    <a:lstStyle/>
                    <a:p>
                      <a:pPr indent="0" lvl="0" marL="0" marR="0" rtl="0" algn="l">
                        <a:lnSpc>
                          <a:spcPct val="100000"/>
                        </a:lnSpc>
                        <a:spcBef>
                          <a:spcPts val="0"/>
                        </a:spcBef>
                        <a:spcAft>
                          <a:spcPts val="0"/>
                        </a:spcAft>
                        <a:buClr>
                          <a:srgbClr val="000000"/>
                        </a:buClr>
                        <a:buSzPts val="1800"/>
                        <a:buFont typeface="Arial"/>
                        <a:buNone/>
                      </a:pPr>
                      <a:r>
                        <a:rPr b="1" lang="en-IN" sz="1800" u="none" cap="none" strike="noStrike">
                          <a:latin typeface="Times New Roman"/>
                          <a:ea typeface="Times New Roman"/>
                          <a:cs typeface="Times New Roman"/>
                          <a:sym typeface="Times New Roman"/>
                        </a:rPr>
                        <a:t>Server Side Requirement</a:t>
                      </a:r>
                      <a:endParaRPr b="1" sz="1800" u="none" cap="none" strike="noStrike">
                        <a:latin typeface="Times New Roman"/>
                        <a:ea typeface="Times New Roman"/>
                        <a:cs typeface="Times New Roman"/>
                        <a:sym typeface="Times New Roman"/>
                      </a:endParaRPr>
                    </a:p>
                  </a:txBody>
                  <a:tcPr marT="45725" marB="45725" marR="91450" marL="91450"/>
                </a:tc>
                <a:tc hMerge="1"/>
              </a:tr>
              <a:tr h="438150">
                <a:tc>
                  <a:txBody>
                    <a:bodyPr/>
                    <a:lstStyle/>
                    <a:p>
                      <a:pPr indent="0" lvl="0" marL="0" marR="0" rtl="0" algn="l">
                        <a:lnSpc>
                          <a:spcPct val="100000"/>
                        </a:lnSpc>
                        <a:spcBef>
                          <a:spcPts val="0"/>
                        </a:spcBef>
                        <a:spcAft>
                          <a:spcPts val="0"/>
                        </a:spcAft>
                        <a:buClr>
                          <a:srgbClr val="000000"/>
                        </a:buClr>
                        <a:buSzPts val="1800"/>
                        <a:buFont typeface="Arial"/>
                        <a:buNone/>
                      </a:pPr>
                      <a:r>
                        <a:rPr b="1" lang="en-IN" sz="1800" u="none" cap="none" strike="noStrike">
                          <a:latin typeface="Times New Roman"/>
                          <a:ea typeface="Times New Roman"/>
                          <a:cs typeface="Times New Roman"/>
                          <a:sym typeface="Times New Roman"/>
                        </a:rPr>
                        <a:t>Processor</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latin typeface="Times New Roman"/>
                          <a:ea typeface="Times New Roman"/>
                          <a:cs typeface="Times New Roman"/>
                          <a:sym typeface="Times New Roman"/>
                        </a:rPr>
                        <a:t>2.8  GHz</a:t>
                      </a:r>
                      <a:endParaRPr sz="1400" u="none" cap="none" strike="noStrike"/>
                    </a:p>
                  </a:txBody>
                  <a:tcPr marT="45725" marB="45725" marR="91450" marL="91450"/>
                </a:tc>
              </a:tr>
              <a:tr h="438150">
                <a:tc>
                  <a:txBody>
                    <a:bodyPr/>
                    <a:lstStyle/>
                    <a:p>
                      <a:pPr indent="0" lvl="0" marL="0" marR="0" rtl="0" algn="l">
                        <a:lnSpc>
                          <a:spcPct val="100000"/>
                        </a:lnSpc>
                        <a:spcBef>
                          <a:spcPts val="0"/>
                        </a:spcBef>
                        <a:spcAft>
                          <a:spcPts val="0"/>
                        </a:spcAft>
                        <a:buClr>
                          <a:srgbClr val="000000"/>
                        </a:buClr>
                        <a:buSzPts val="1800"/>
                        <a:buFont typeface="Arial"/>
                        <a:buNone/>
                      </a:pPr>
                      <a:r>
                        <a:rPr b="1" lang="en-IN" sz="1800" u="none" cap="none" strike="noStrike">
                          <a:latin typeface="Times New Roman"/>
                          <a:ea typeface="Times New Roman"/>
                          <a:cs typeface="Times New Roman"/>
                          <a:sym typeface="Times New Roman"/>
                        </a:rPr>
                        <a:t>RAM</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b="0" lang="en-IN" sz="1600" u="none" cap="none" strike="noStrike">
                          <a:latin typeface="Times New Roman"/>
                          <a:ea typeface="Times New Roman"/>
                          <a:cs typeface="Times New Roman"/>
                          <a:sym typeface="Times New Roman"/>
                        </a:rPr>
                        <a:t>2 GB</a:t>
                      </a:r>
                      <a:endParaRPr sz="1400" u="none" cap="none" strike="noStrike"/>
                    </a:p>
                  </a:txBody>
                  <a:tcPr marT="45725" marB="45725" marR="91450" marL="91450"/>
                </a:tc>
              </a:tr>
              <a:tr h="438150">
                <a:tc>
                  <a:txBody>
                    <a:bodyPr/>
                    <a:lstStyle/>
                    <a:p>
                      <a:pPr indent="0" lvl="0" marL="0" marR="0" rtl="0" algn="l">
                        <a:lnSpc>
                          <a:spcPct val="100000"/>
                        </a:lnSpc>
                        <a:spcBef>
                          <a:spcPts val="0"/>
                        </a:spcBef>
                        <a:spcAft>
                          <a:spcPts val="0"/>
                        </a:spcAft>
                        <a:buClr>
                          <a:srgbClr val="000000"/>
                        </a:buClr>
                        <a:buSzPts val="1800"/>
                        <a:buFont typeface="Arial"/>
                        <a:buNone/>
                      </a:pPr>
                      <a:r>
                        <a:rPr b="1" lang="en-IN" sz="1800" u="none" cap="none" strike="noStrike">
                          <a:latin typeface="Times New Roman"/>
                          <a:ea typeface="Times New Roman"/>
                          <a:cs typeface="Times New Roman"/>
                          <a:sym typeface="Times New Roman"/>
                        </a:rPr>
                        <a:t>Hard  disk</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latin typeface="Times New Roman"/>
                          <a:ea typeface="Times New Roman"/>
                          <a:cs typeface="Times New Roman"/>
                          <a:sym typeface="Times New Roman"/>
                        </a:rPr>
                        <a:t>4 GB(Free Space)</a:t>
                      </a:r>
                      <a:endParaRPr sz="1400" u="none" cap="none" strike="noStrike"/>
                    </a:p>
                  </a:txBody>
                  <a:tcPr marT="45725" marB="45725" marR="91450" marL="91450"/>
                </a:tc>
              </a:tr>
            </a:tbl>
          </a:graphicData>
        </a:graphic>
      </p:graphicFrame>
      <p:graphicFrame>
        <p:nvGraphicFramePr>
          <p:cNvPr id="184" name="Google Shape;184;g3340c2eaaed_0_570"/>
          <p:cNvGraphicFramePr/>
          <p:nvPr/>
        </p:nvGraphicFramePr>
        <p:xfrm>
          <a:off x="812800" y="4038600"/>
          <a:ext cx="3000000" cy="3000000"/>
        </p:xfrm>
        <a:graphic>
          <a:graphicData uri="http://schemas.openxmlformats.org/drawingml/2006/table">
            <a:tbl>
              <a:tblPr bandRow="1" firstRow="1">
                <a:noFill/>
                <a:tableStyleId>{49A7A708-BC0A-4EE3-89A3-728B4DACB3E8}</a:tableStyleId>
              </a:tblPr>
              <a:tblGrid>
                <a:gridCol w="5283200"/>
                <a:gridCol w="5283200"/>
              </a:tblGrid>
              <a:tr h="457200">
                <a:tc gridSpan="2">
                  <a:txBody>
                    <a:bodyPr/>
                    <a:lstStyle/>
                    <a:p>
                      <a:pPr indent="0" lvl="0" marL="0" marR="0" rtl="0" algn="l">
                        <a:lnSpc>
                          <a:spcPct val="100000"/>
                        </a:lnSpc>
                        <a:spcBef>
                          <a:spcPts val="0"/>
                        </a:spcBef>
                        <a:spcAft>
                          <a:spcPts val="0"/>
                        </a:spcAft>
                        <a:buClr>
                          <a:srgbClr val="000000"/>
                        </a:buClr>
                        <a:buSzPts val="1800"/>
                        <a:buFont typeface="Arial"/>
                        <a:buNone/>
                      </a:pPr>
                      <a:r>
                        <a:rPr b="1" lang="en-IN" sz="1800" u="none" cap="none" strike="noStrike">
                          <a:latin typeface="Times New Roman"/>
                          <a:ea typeface="Times New Roman"/>
                          <a:cs typeface="Times New Roman"/>
                          <a:sym typeface="Times New Roman"/>
                        </a:rPr>
                        <a:t>Client Side Requirement</a:t>
                      </a:r>
                      <a:endParaRPr b="1" sz="1800" u="none" cap="none" strike="noStrike">
                        <a:latin typeface="Times New Roman"/>
                        <a:ea typeface="Times New Roman"/>
                        <a:cs typeface="Times New Roman"/>
                        <a:sym typeface="Times New Roman"/>
                      </a:endParaRPr>
                    </a:p>
                  </a:txBody>
                  <a:tcPr marT="45725" marB="45725" marR="91450" marL="91450"/>
                </a:tc>
                <a:tc hMerge="1"/>
              </a:tr>
              <a:tr h="457200">
                <a:tc>
                  <a:txBody>
                    <a:bodyPr/>
                    <a:lstStyle/>
                    <a:p>
                      <a:pPr indent="0" lvl="0" marL="0" marR="0" rtl="0" algn="l">
                        <a:lnSpc>
                          <a:spcPct val="100000"/>
                        </a:lnSpc>
                        <a:spcBef>
                          <a:spcPts val="0"/>
                        </a:spcBef>
                        <a:spcAft>
                          <a:spcPts val="0"/>
                        </a:spcAft>
                        <a:buClr>
                          <a:srgbClr val="000000"/>
                        </a:buClr>
                        <a:buSzPts val="1800"/>
                        <a:buFont typeface="Arial"/>
                        <a:buNone/>
                      </a:pPr>
                      <a:r>
                        <a:rPr b="1" lang="en-IN" sz="1800" u="none" cap="none" strike="noStrike">
                          <a:latin typeface="Times New Roman"/>
                          <a:ea typeface="Times New Roman"/>
                          <a:cs typeface="Times New Roman"/>
                          <a:sym typeface="Times New Roman"/>
                        </a:rPr>
                        <a:t>Processor</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latin typeface="Times New Roman"/>
                          <a:ea typeface="Times New Roman"/>
                          <a:cs typeface="Times New Roman"/>
                          <a:sym typeface="Times New Roman"/>
                        </a:rPr>
                        <a:t>1.33 GHz</a:t>
                      </a:r>
                      <a:endParaRPr sz="1600" u="none" cap="none" strike="noStrike">
                        <a:latin typeface="Times New Roman"/>
                        <a:ea typeface="Times New Roman"/>
                        <a:cs typeface="Times New Roman"/>
                        <a:sym typeface="Times New Roman"/>
                      </a:endParaRPr>
                    </a:p>
                  </a:txBody>
                  <a:tcPr marT="45725" marB="45725" marR="91450" marL="91450"/>
                </a:tc>
              </a:tr>
              <a:tr h="457200">
                <a:tc>
                  <a:txBody>
                    <a:bodyPr/>
                    <a:lstStyle/>
                    <a:p>
                      <a:pPr indent="0" lvl="0" marL="0" marR="0" rtl="0" algn="l">
                        <a:lnSpc>
                          <a:spcPct val="100000"/>
                        </a:lnSpc>
                        <a:spcBef>
                          <a:spcPts val="0"/>
                        </a:spcBef>
                        <a:spcAft>
                          <a:spcPts val="0"/>
                        </a:spcAft>
                        <a:buClr>
                          <a:srgbClr val="000000"/>
                        </a:buClr>
                        <a:buSzPts val="1800"/>
                        <a:buFont typeface="Arial"/>
                        <a:buNone/>
                      </a:pPr>
                      <a:r>
                        <a:rPr b="1" lang="en-IN" sz="1800" u="none" cap="none" strike="noStrike">
                          <a:latin typeface="Times New Roman"/>
                          <a:ea typeface="Times New Roman"/>
                          <a:cs typeface="Times New Roman"/>
                          <a:sym typeface="Times New Roman"/>
                        </a:rPr>
                        <a:t>RAM</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latin typeface="Times New Roman"/>
                          <a:ea typeface="Times New Roman"/>
                          <a:cs typeface="Times New Roman"/>
                          <a:sym typeface="Times New Roman"/>
                        </a:rPr>
                        <a:t>2 GB</a:t>
                      </a:r>
                      <a:endParaRPr sz="1600" u="none" cap="none" strike="noStrike">
                        <a:latin typeface="Times New Roman"/>
                        <a:ea typeface="Times New Roman"/>
                        <a:cs typeface="Times New Roman"/>
                        <a:sym typeface="Times New Roman"/>
                      </a:endParaRPr>
                    </a:p>
                  </a:txBody>
                  <a:tcPr marT="45725" marB="45725" marR="91450" marL="91450"/>
                </a:tc>
              </a:tr>
              <a:tr h="457200">
                <a:tc>
                  <a:txBody>
                    <a:bodyPr/>
                    <a:lstStyle/>
                    <a:p>
                      <a:pPr indent="0" lvl="0" marL="0" marR="0" rtl="0" algn="l">
                        <a:lnSpc>
                          <a:spcPct val="100000"/>
                        </a:lnSpc>
                        <a:spcBef>
                          <a:spcPts val="0"/>
                        </a:spcBef>
                        <a:spcAft>
                          <a:spcPts val="0"/>
                        </a:spcAft>
                        <a:buClr>
                          <a:srgbClr val="000000"/>
                        </a:buClr>
                        <a:buSzPts val="1800"/>
                        <a:buFont typeface="Arial"/>
                        <a:buNone/>
                      </a:pPr>
                      <a:r>
                        <a:rPr b="1" lang="en-IN" sz="1800" u="none" cap="none" strike="noStrike">
                          <a:latin typeface="Times New Roman"/>
                          <a:ea typeface="Times New Roman"/>
                          <a:cs typeface="Times New Roman"/>
                          <a:sym typeface="Times New Roman"/>
                        </a:rPr>
                        <a:t>Hard  disk</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latin typeface="Times New Roman"/>
                          <a:ea typeface="Times New Roman"/>
                          <a:cs typeface="Times New Roman"/>
                          <a:sym typeface="Times New Roman"/>
                        </a:rPr>
                        <a:t>4 GB(Free Space)</a:t>
                      </a:r>
                      <a:endParaRPr sz="1400" u="none" cap="none" strike="noStrike"/>
                    </a:p>
                  </a:txBody>
                  <a:tcPr marT="45725" marB="45725" marR="91450" marL="91450"/>
                </a:tc>
              </a:tr>
            </a:tbl>
          </a:graphicData>
        </a:graphic>
      </p:graphicFrame>
      <p:sp>
        <p:nvSpPr>
          <p:cNvPr id="185" name="Google Shape;185;g3340c2eaaed_0_570"/>
          <p:cNvSpPr/>
          <p:nvPr/>
        </p:nvSpPr>
        <p:spPr>
          <a:xfrm>
            <a:off x="406400" y="841919"/>
            <a:ext cx="11379300" cy="369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Times New Roman"/>
                <a:ea typeface="Times New Roman"/>
                <a:cs typeface="Times New Roman"/>
                <a:sym typeface="Times New Roman"/>
              </a:rPr>
              <a:t>5.2 MINIMUM HARDWARE REQUIREMENT</a:t>
            </a:r>
            <a:endParaRPr b="1" i="0" sz="1800" u="none" cap="none" strike="noStrike">
              <a:solidFill>
                <a:schemeClr val="dk1"/>
              </a:solidFill>
              <a:latin typeface="Times New Roman"/>
              <a:ea typeface="Times New Roman"/>
              <a:cs typeface="Times New Roman"/>
              <a:sym typeface="Times New Roman"/>
            </a:endParaRPr>
          </a:p>
        </p:txBody>
      </p:sp>
      <p:sp>
        <p:nvSpPr>
          <p:cNvPr id="186" name="Google Shape;186;g3340c2eaaed_0_570"/>
          <p:cNvSpPr/>
          <p:nvPr>
            <p:ph idx="12" type="sldNum"/>
          </p:nvPr>
        </p:nvSpPr>
        <p:spPr>
          <a:xfrm>
            <a:off x="10758922" y="6217920"/>
            <a:ext cx="365700" cy="365700"/>
          </a:xfrm>
          <a:prstGeom prst="ellipse">
            <a:avLst/>
          </a:prstGeom>
          <a:solidFill>
            <a:srgbClr val="1D1D1D">
              <a:alpha val="69020"/>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pic>
        <p:nvPicPr>
          <p:cNvPr id="187" name="Google Shape;187;g3340c2eaaed_0_570"/>
          <p:cNvPicPr preferRelativeResize="0"/>
          <p:nvPr/>
        </p:nvPicPr>
        <p:blipFill rotWithShape="1">
          <a:blip r:embed="rId3">
            <a:alphaModFix/>
          </a:blip>
          <a:srcRect b="0" l="0" r="0" t="0"/>
          <a:stretch/>
        </p:blipFill>
        <p:spPr>
          <a:xfrm>
            <a:off x="10115550" y="66675"/>
            <a:ext cx="1990726" cy="55811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92" name="Shape 192"/>
        <p:cNvGrpSpPr/>
        <p:nvPr/>
      </p:nvGrpSpPr>
      <p:grpSpPr>
        <a:xfrm>
          <a:off x="0" y="0"/>
          <a:ext cx="0" cy="0"/>
          <a:chOff x="0" y="0"/>
          <a:chExt cx="0" cy="0"/>
        </a:xfrm>
      </p:grpSpPr>
      <p:sp>
        <p:nvSpPr>
          <p:cNvPr id="193" name="Google Shape;193;g3340c2eaaed_0_1828"/>
          <p:cNvSpPr txBox="1"/>
          <p:nvPr>
            <p:ph idx="1" type="subTitle"/>
          </p:nvPr>
        </p:nvSpPr>
        <p:spPr>
          <a:xfrm>
            <a:off x="3247650" y="2809048"/>
            <a:ext cx="6801600" cy="7851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2000"/>
              <a:buFont typeface="Arial"/>
              <a:buNone/>
            </a:pPr>
            <a:r>
              <a:rPr b="1" lang="en-IN" sz="2400" u="sng">
                <a:solidFill>
                  <a:schemeClr val="dk1"/>
                </a:solidFill>
                <a:latin typeface="Times New Roman"/>
                <a:ea typeface="Times New Roman"/>
                <a:cs typeface="Times New Roman"/>
                <a:sym typeface="Times New Roman"/>
              </a:rPr>
              <a:t>6. SYSTEM FLOWCHART</a:t>
            </a:r>
            <a:endParaRPr sz="2400">
              <a:solidFill>
                <a:schemeClr val="dk1"/>
              </a:solidFill>
              <a:latin typeface="Arial"/>
              <a:ea typeface="Arial"/>
              <a:cs typeface="Arial"/>
              <a:sym typeface="Arial"/>
            </a:endParaRPr>
          </a:p>
          <a:p>
            <a:pPr indent="0" lvl="0" marL="0" rtl="0" algn="ctr">
              <a:lnSpc>
                <a:spcPct val="100000"/>
              </a:lnSpc>
              <a:spcBef>
                <a:spcPts val="1000"/>
              </a:spcBef>
              <a:spcAft>
                <a:spcPts val="0"/>
              </a:spcAft>
              <a:buSzPts val="2000"/>
              <a:buNone/>
            </a:pPr>
            <a:r>
              <a:t/>
            </a:r>
            <a:endParaRPr/>
          </a:p>
        </p:txBody>
      </p:sp>
      <p:sp>
        <p:nvSpPr>
          <p:cNvPr id="194" name="Google Shape;194;g3340c2eaaed_0_1828"/>
          <p:cNvSpPr/>
          <p:nvPr>
            <p:ph idx="12" type="sldNum"/>
          </p:nvPr>
        </p:nvSpPr>
        <p:spPr>
          <a:xfrm>
            <a:off x="10758922" y="6217920"/>
            <a:ext cx="365700" cy="365700"/>
          </a:xfrm>
          <a:prstGeom prst="ellipse">
            <a:avLst/>
          </a:prstGeom>
          <a:solidFill>
            <a:srgbClr val="1D1D1D">
              <a:alpha val="69020"/>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pic>
        <p:nvPicPr>
          <p:cNvPr id="195" name="Google Shape;195;g3340c2eaaed_0_1828"/>
          <p:cNvPicPr preferRelativeResize="0"/>
          <p:nvPr/>
        </p:nvPicPr>
        <p:blipFill rotWithShape="1">
          <a:blip r:embed="rId3">
            <a:alphaModFix/>
          </a:blip>
          <a:srcRect b="0" l="0" r="0" t="0"/>
          <a:stretch/>
        </p:blipFill>
        <p:spPr>
          <a:xfrm>
            <a:off x="10115550" y="66675"/>
            <a:ext cx="1990726" cy="55811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00" name="Shape 200"/>
        <p:cNvGrpSpPr/>
        <p:nvPr/>
      </p:nvGrpSpPr>
      <p:grpSpPr>
        <a:xfrm>
          <a:off x="0" y="0"/>
          <a:ext cx="0" cy="0"/>
          <a:chOff x="0" y="0"/>
          <a:chExt cx="0" cy="0"/>
        </a:xfrm>
      </p:grpSpPr>
      <p:sp>
        <p:nvSpPr>
          <p:cNvPr id="201" name="Google Shape;201;g3340c2eaaed_0_1500"/>
          <p:cNvSpPr txBox="1"/>
          <p:nvPr>
            <p:ph idx="1" type="subTitle"/>
          </p:nvPr>
        </p:nvSpPr>
        <p:spPr>
          <a:xfrm>
            <a:off x="2695194" y="2657094"/>
            <a:ext cx="6801600" cy="1239900"/>
          </a:xfrm>
          <a:prstGeom prst="rect">
            <a:avLst/>
          </a:prstGeom>
          <a:noFill/>
          <a:ln>
            <a:noFill/>
          </a:ln>
        </p:spPr>
        <p:txBody>
          <a:bodyPr anchorCtr="0" anchor="t" bIns="45700" lIns="91425" spcFirstLastPara="1" rIns="91425" wrap="square" tIns="45700">
            <a:normAutofit/>
          </a:bodyPr>
          <a:lstStyle/>
          <a:p>
            <a:pPr indent="-342900" lvl="0" marL="342900" rtl="0" algn="ctr">
              <a:lnSpc>
                <a:spcPct val="100000"/>
              </a:lnSpc>
              <a:spcBef>
                <a:spcPts val="0"/>
              </a:spcBef>
              <a:spcAft>
                <a:spcPts val="0"/>
              </a:spcAft>
              <a:buClr>
                <a:schemeClr val="dk1"/>
              </a:buClr>
              <a:buSzPts val="2000"/>
              <a:buFont typeface="Arial"/>
              <a:buNone/>
            </a:pPr>
            <a:r>
              <a:rPr b="1" lang="en-IN" u="sng">
                <a:solidFill>
                  <a:schemeClr val="dk1"/>
                </a:solidFill>
                <a:latin typeface="Times New Roman"/>
                <a:ea typeface="Times New Roman"/>
                <a:cs typeface="Times New Roman"/>
                <a:sym typeface="Times New Roman"/>
              </a:rPr>
              <a:t>7. ER DIAGRAM</a:t>
            </a:r>
            <a:endParaRPr sz="1400">
              <a:solidFill>
                <a:schemeClr val="dk1"/>
              </a:solidFill>
              <a:latin typeface="Arial"/>
              <a:ea typeface="Arial"/>
              <a:cs typeface="Arial"/>
              <a:sym typeface="Arial"/>
            </a:endParaRPr>
          </a:p>
        </p:txBody>
      </p:sp>
      <p:sp>
        <p:nvSpPr>
          <p:cNvPr id="202" name="Google Shape;202;g3340c2eaaed_0_1500"/>
          <p:cNvSpPr/>
          <p:nvPr>
            <p:ph idx="12" type="sldNum"/>
          </p:nvPr>
        </p:nvSpPr>
        <p:spPr>
          <a:xfrm>
            <a:off x="10758922" y="6217920"/>
            <a:ext cx="365700" cy="365700"/>
          </a:xfrm>
          <a:prstGeom prst="ellipse">
            <a:avLst/>
          </a:prstGeom>
          <a:solidFill>
            <a:srgbClr val="1D1D1D">
              <a:alpha val="69020"/>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pic>
        <p:nvPicPr>
          <p:cNvPr id="203" name="Google Shape;203;g3340c2eaaed_0_1500"/>
          <p:cNvPicPr preferRelativeResize="0"/>
          <p:nvPr/>
        </p:nvPicPr>
        <p:blipFill rotWithShape="1">
          <a:blip r:embed="rId3">
            <a:alphaModFix/>
          </a:blip>
          <a:srcRect b="0" l="0" r="0" t="0"/>
          <a:stretch/>
        </p:blipFill>
        <p:spPr>
          <a:xfrm>
            <a:off x="10115550" y="66675"/>
            <a:ext cx="1990726" cy="55811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08" name="Shape 208"/>
        <p:cNvGrpSpPr/>
        <p:nvPr/>
      </p:nvGrpSpPr>
      <p:grpSpPr>
        <a:xfrm>
          <a:off x="0" y="0"/>
          <a:ext cx="0" cy="0"/>
          <a:chOff x="0" y="0"/>
          <a:chExt cx="0" cy="0"/>
        </a:xfrm>
      </p:grpSpPr>
      <p:sp>
        <p:nvSpPr>
          <p:cNvPr id="209" name="Google Shape;209;g3340c2eaaed_0_921"/>
          <p:cNvSpPr/>
          <p:nvPr>
            <p:ph idx="12" type="sldNum"/>
          </p:nvPr>
        </p:nvSpPr>
        <p:spPr>
          <a:xfrm>
            <a:off x="10758922" y="6217920"/>
            <a:ext cx="365700" cy="365700"/>
          </a:xfrm>
          <a:prstGeom prst="ellipse">
            <a:avLst/>
          </a:prstGeom>
          <a:solidFill>
            <a:srgbClr val="1D1D1D">
              <a:alpha val="69020"/>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pic>
        <p:nvPicPr>
          <p:cNvPr id="210" name="Google Shape;210;g3340c2eaaed_0_921"/>
          <p:cNvPicPr preferRelativeResize="0"/>
          <p:nvPr/>
        </p:nvPicPr>
        <p:blipFill rotWithShape="1">
          <a:blip r:embed="rId3">
            <a:alphaModFix/>
          </a:blip>
          <a:srcRect b="0" l="0" r="0" t="0"/>
          <a:stretch/>
        </p:blipFill>
        <p:spPr>
          <a:xfrm>
            <a:off x="177421" y="731520"/>
            <a:ext cx="12014579" cy="5486400"/>
          </a:xfrm>
          <a:prstGeom prst="rect">
            <a:avLst/>
          </a:prstGeom>
          <a:noFill/>
          <a:ln>
            <a:noFill/>
          </a:ln>
        </p:spPr>
      </p:pic>
      <p:pic>
        <p:nvPicPr>
          <p:cNvPr id="211" name="Google Shape;211;g3340c2eaaed_0_921"/>
          <p:cNvPicPr preferRelativeResize="0"/>
          <p:nvPr/>
        </p:nvPicPr>
        <p:blipFill rotWithShape="1">
          <a:blip r:embed="rId4">
            <a:alphaModFix/>
          </a:blip>
          <a:srcRect b="0" l="0" r="0" t="0"/>
          <a:stretch/>
        </p:blipFill>
        <p:spPr>
          <a:xfrm>
            <a:off x="10115550" y="66675"/>
            <a:ext cx="1990726" cy="55811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16" name="Shape 216"/>
        <p:cNvGrpSpPr/>
        <p:nvPr/>
      </p:nvGrpSpPr>
      <p:grpSpPr>
        <a:xfrm>
          <a:off x="0" y="0"/>
          <a:ext cx="0" cy="0"/>
          <a:chOff x="0" y="0"/>
          <a:chExt cx="0" cy="0"/>
        </a:xfrm>
      </p:grpSpPr>
      <p:sp>
        <p:nvSpPr>
          <p:cNvPr id="217" name="Google Shape;217;g3346804e54d_0_16"/>
          <p:cNvSpPr/>
          <p:nvPr>
            <p:ph idx="12" type="sldNum"/>
          </p:nvPr>
        </p:nvSpPr>
        <p:spPr>
          <a:xfrm>
            <a:off x="10758922" y="6217920"/>
            <a:ext cx="365700" cy="365700"/>
          </a:xfrm>
          <a:prstGeom prst="ellipse">
            <a:avLst/>
          </a:prstGeom>
          <a:solidFill>
            <a:srgbClr val="1D1D1D">
              <a:alpha val="69020"/>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sp>
        <p:nvSpPr>
          <p:cNvPr id="218" name="Google Shape;218;g3346804e54d_0_16"/>
          <p:cNvSpPr txBox="1"/>
          <p:nvPr/>
        </p:nvSpPr>
        <p:spPr>
          <a:xfrm>
            <a:off x="3436050" y="2936400"/>
            <a:ext cx="4914300" cy="569400"/>
          </a:xfrm>
          <a:prstGeom prst="rect">
            <a:avLst/>
          </a:prstGeom>
          <a:noFill/>
          <a:ln>
            <a:noFill/>
          </a:ln>
        </p:spPr>
        <p:txBody>
          <a:bodyPr anchorCtr="0" anchor="t" bIns="91425" lIns="91425" spcFirstLastPara="1" rIns="91425" wrap="square" tIns="91425">
            <a:spAutoFit/>
          </a:bodyPr>
          <a:lstStyle/>
          <a:p>
            <a:pPr indent="-342900" lvl="0" marL="342900" marR="0" rtl="0" algn="ctr">
              <a:lnSpc>
                <a:spcPct val="100000"/>
              </a:lnSpc>
              <a:spcBef>
                <a:spcPts val="0"/>
              </a:spcBef>
              <a:spcAft>
                <a:spcPts val="0"/>
              </a:spcAft>
              <a:buClr>
                <a:srgbClr val="000000"/>
              </a:buClr>
              <a:buSzPts val="2500"/>
              <a:buFont typeface="Arial"/>
              <a:buNone/>
            </a:pPr>
            <a:r>
              <a:rPr b="1" i="0" lang="en-IN" sz="2500" u="sng" cap="none" strike="noStrike">
                <a:solidFill>
                  <a:schemeClr val="dk1"/>
                </a:solidFill>
                <a:latin typeface="Times New Roman"/>
                <a:ea typeface="Times New Roman"/>
                <a:cs typeface="Times New Roman"/>
                <a:sym typeface="Times New Roman"/>
              </a:rPr>
              <a:t>8. DATAFLOW DIAGRAM</a:t>
            </a:r>
            <a:endParaRPr b="1" i="0" sz="2500" u="sng" cap="none" strike="noStrike">
              <a:solidFill>
                <a:schemeClr val="dk1"/>
              </a:solidFill>
              <a:latin typeface="Times New Roman"/>
              <a:ea typeface="Times New Roman"/>
              <a:cs typeface="Times New Roman"/>
              <a:sym typeface="Times New Roman"/>
            </a:endParaRPr>
          </a:p>
        </p:txBody>
      </p:sp>
      <p:pic>
        <p:nvPicPr>
          <p:cNvPr id="219" name="Google Shape;219;g3346804e54d_0_16"/>
          <p:cNvPicPr preferRelativeResize="0"/>
          <p:nvPr/>
        </p:nvPicPr>
        <p:blipFill rotWithShape="1">
          <a:blip r:embed="rId3">
            <a:alphaModFix/>
          </a:blip>
          <a:srcRect b="0" l="0" r="0" t="0"/>
          <a:stretch/>
        </p:blipFill>
        <p:spPr>
          <a:xfrm>
            <a:off x="10115550" y="76200"/>
            <a:ext cx="1990726" cy="55811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24" name="Shape 224"/>
        <p:cNvGrpSpPr/>
        <p:nvPr/>
      </p:nvGrpSpPr>
      <p:grpSpPr>
        <a:xfrm>
          <a:off x="0" y="0"/>
          <a:ext cx="0" cy="0"/>
          <a:chOff x="0" y="0"/>
          <a:chExt cx="0" cy="0"/>
        </a:xfrm>
      </p:grpSpPr>
      <p:sp>
        <p:nvSpPr>
          <p:cNvPr id="225" name="Google Shape;225;g3346804e54d_0_22"/>
          <p:cNvSpPr/>
          <p:nvPr>
            <p:ph idx="12" type="sldNum"/>
          </p:nvPr>
        </p:nvSpPr>
        <p:spPr>
          <a:xfrm>
            <a:off x="10758922" y="6217920"/>
            <a:ext cx="365700" cy="365700"/>
          </a:xfrm>
          <a:prstGeom prst="ellipse">
            <a:avLst/>
          </a:prstGeom>
          <a:solidFill>
            <a:srgbClr val="1D1D1D">
              <a:alpha val="69020"/>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sp>
        <p:nvSpPr>
          <p:cNvPr id="226" name="Google Shape;226;g3346804e54d_0_22"/>
          <p:cNvSpPr txBox="1"/>
          <p:nvPr/>
        </p:nvSpPr>
        <p:spPr>
          <a:xfrm>
            <a:off x="2930425" y="240825"/>
            <a:ext cx="5257200" cy="569400"/>
          </a:xfrm>
          <a:prstGeom prst="rect">
            <a:avLst/>
          </a:prstGeom>
          <a:noFill/>
          <a:ln>
            <a:noFill/>
          </a:ln>
        </p:spPr>
        <p:txBody>
          <a:bodyPr anchorCtr="0" anchor="t" bIns="91425" lIns="91425" spcFirstLastPara="1" rIns="91425" wrap="square" tIns="91425">
            <a:spAutoFit/>
          </a:bodyPr>
          <a:lstStyle/>
          <a:p>
            <a:pPr indent="-342900" lvl="0" marL="342900" marR="0" rtl="0" algn="ctr">
              <a:lnSpc>
                <a:spcPct val="100000"/>
              </a:lnSpc>
              <a:spcBef>
                <a:spcPts val="0"/>
              </a:spcBef>
              <a:spcAft>
                <a:spcPts val="0"/>
              </a:spcAft>
              <a:buClr>
                <a:srgbClr val="000000"/>
              </a:buClr>
              <a:buSzPts val="2500"/>
              <a:buFont typeface="Arial"/>
              <a:buNone/>
            </a:pPr>
            <a:r>
              <a:rPr b="1" i="0" lang="en-IN" sz="2500" u="sng" cap="none" strike="noStrike">
                <a:solidFill>
                  <a:schemeClr val="dk1"/>
                </a:solidFill>
                <a:latin typeface="Times New Roman"/>
                <a:ea typeface="Times New Roman"/>
                <a:cs typeface="Times New Roman"/>
                <a:sym typeface="Times New Roman"/>
              </a:rPr>
              <a:t>8. DATAFLOW DIAGRAM</a:t>
            </a:r>
            <a:endParaRPr b="1" i="0" sz="2500" u="sng" cap="none" strike="noStrike">
              <a:solidFill>
                <a:schemeClr val="dk1"/>
              </a:solidFill>
              <a:latin typeface="Times New Roman"/>
              <a:ea typeface="Times New Roman"/>
              <a:cs typeface="Times New Roman"/>
              <a:sym typeface="Times New Roman"/>
            </a:endParaRPr>
          </a:p>
        </p:txBody>
      </p:sp>
      <p:pic>
        <p:nvPicPr>
          <p:cNvPr id="227" name="Google Shape;227;g3346804e54d_0_22"/>
          <p:cNvPicPr preferRelativeResize="0"/>
          <p:nvPr/>
        </p:nvPicPr>
        <p:blipFill rotWithShape="1">
          <a:blip r:embed="rId3">
            <a:alphaModFix/>
          </a:blip>
          <a:srcRect b="0" l="0" r="0" t="0"/>
          <a:stretch/>
        </p:blipFill>
        <p:spPr>
          <a:xfrm>
            <a:off x="709684" y="1364776"/>
            <a:ext cx="9553431" cy="4107976"/>
          </a:xfrm>
          <a:prstGeom prst="rect">
            <a:avLst/>
          </a:prstGeom>
          <a:noFill/>
          <a:ln>
            <a:noFill/>
          </a:ln>
        </p:spPr>
      </p:pic>
      <p:pic>
        <p:nvPicPr>
          <p:cNvPr id="228" name="Google Shape;228;g3346804e54d_0_22"/>
          <p:cNvPicPr preferRelativeResize="0"/>
          <p:nvPr/>
        </p:nvPicPr>
        <p:blipFill rotWithShape="1">
          <a:blip r:embed="rId4">
            <a:alphaModFix/>
          </a:blip>
          <a:srcRect b="0" l="0" r="0" t="0"/>
          <a:stretch/>
        </p:blipFill>
        <p:spPr>
          <a:xfrm>
            <a:off x="10115550" y="66675"/>
            <a:ext cx="1990726" cy="55811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33" name="Shape 233"/>
        <p:cNvGrpSpPr/>
        <p:nvPr/>
      </p:nvGrpSpPr>
      <p:grpSpPr>
        <a:xfrm>
          <a:off x="0" y="0"/>
          <a:ext cx="0" cy="0"/>
          <a:chOff x="0" y="0"/>
          <a:chExt cx="0" cy="0"/>
        </a:xfrm>
      </p:grpSpPr>
      <p:sp>
        <p:nvSpPr>
          <p:cNvPr id="234" name="Google Shape;234;g3346804e54d_0_28"/>
          <p:cNvSpPr/>
          <p:nvPr>
            <p:ph idx="12" type="sldNum"/>
          </p:nvPr>
        </p:nvSpPr>
        <p:spPr>
          <a:xfrm>
            <a:off x="10758922" y="6217920"/>
            <a:ext cx="365700" cy="365700"/>
          </a:xfrm>
          <a:prstGeom prst="ellipse">
            <a:avLst/>
          </a:prstGeom>
          <a:solidFill>
            <a:srgbClr val="1D1D1D">
              <a:alpha val="69020"/>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sp>
        <p:nvSpPr>
          <p:cNvPr id="235" name="Google Shape;235;g3346804e54d_0_28"/>
          <p:cNvSpPr txBox="1"/>
          <p:nvPr/>
        </p:nvSpPr>
        <p:spPr>
          <a:xfrm>
            <a:off x="152400" y="152400"/>
            <a:ext cx="9948000" cy="554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400"/>
              <a:buFont typeface="Arial"/>
              <a:buNone/>
            </a:pPr>
            <a:r>
              <a:rPr b="1" i="0" lang="en-IN" sz="2400" u="sng" cap="none" strike="noStrike">
                <a:solidFill>
                  <a:schemeClr val="dk1"/>
                </a:solidFill>
                <a:latin typeface="Times New Roman"/>
                <a:ea typeface="Times New Roman"/>
                <a:cs typeface="Times New Roman"/>
                <a:sym typeface="Times New Roman"/>
              </a:rPr>
              <a:t>8.2  FIRST  LEVEL  DFD</a:t>
            </a:r>
            <a:endParaRPr b="0" i="0" sz="2400" u="none" cap="none" strike="noStrike">
              <a:solidFill>
                <a:schemeClr val="dk1"/>
              </a:solidFill>
              <a:latin typeface="Calibri"/>
              <a:ea typeface="Calibri"/>
              <a:cs typeface="Calibri"/>
              <a:sym typeface="Calibri"/>
            </a:endParaRPr>
          </a:p>
        </p:txBody>
      </p:sp>
      <p:pic>
        <p:nvPicPr>
          <p:cNvPr id="236" name="Google Shape;236;g3346804e54d_0_28"/>
          <p:cNvPicPr preferRelativeResize="0"/>
          <p:nvPr/>
        </p:nvPicPr>
        <p:blipFill rotWithShape="1">
          <a:blip r:embed="rId3">
            <a:alphaModFix/>
          </a:blip>
          <a:srcRect b="0" l="0" r="0" t="0"/>
          <a:stretch/>
        </p:blipFill>
        <p:spPr>
          <a:xfrm>
            <a:off x="1260081" y="1050878"/>
            <a:ext cx="9498841" cy="4995080"/>
          </a:xfrm>
          <a:prstGeom prst="rect">
            <a:avLst/>
          </a:prstGeom>
          <a:noFill/>
          <a:ln>
            <a:noFill/>
          </a:ln>
        </p:spPr>
      </p:pic>
      <p:pic>
        <p:nvPicPr>
          <p:cNvPr id="237" name="Google Shape;237;g3346804e54d_0_28"/>
          <p:cNvPicPr preferRelativeResize="0"/>
          <p:nvPr/>
        </p:nvPicPr>
        <p:blipFill rotWithShape="1">
          <a:blip r:embed="rId4">
            <a:alphaModFix/>
          </a:blip>
          <a:srcRect b="0" l="0" r="0" t="0"/>
          <a:stretch/>
        </p:blipFill>
        <p:spPr>
          <a:xfrm>
            <a:off x="10115550" y="66675"/>
            <a:ext cx="1990726" cy="55811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42" name="Shape 242"/>
        <p:cNvGrpSpPr/>
        <p:nvPr/>
      </p:nvGrpSpPr>
      <p:grpSpPr>
        <a:xfrm>
          <a:off x="0" y="0"/>
          <a:ext cx="0" cy="0"/>
          <a:chOff x="0" y="0"/>
          <a:chExt cx="0" cy="0"/>
        </a:xfrm>
      </p:grpSpPr>
      <p:sp>
        <p:nvSpPr>
          <p:cNvPr id="243" name="Google Shape;243;g3346804e54d_0_49"/>
          <p:cNvSpPr/>
          <p:nvPr>
            <p:ph idx="12" type="sldNum"/>
          </p:nvPr>
        </p:nvSpPr>
        <p:spPr>
          <a:xfrm>
            <a:off x="10758922" y="6217920"/>
            <a:ext cx="365700" cy="365700"/>
          </a:xfrm>
          <a:prstGeom prst="ellipse">
            <a:avLst/>
          </a:prstGeom>
          <a:solidFill>
            <a:srgbClr val="1D1D1D">
              <a:alpha val="69020"/>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sp>
        <p:nvSpPr>
          <p:cNvPr id="244" name="Google Shape;244;g3346804e54d_0_49"/>
          <p:cNvSpPr txBox="1"/>
          <p:nvPr/>
        </p:nvSpPr>
        <p:spPr>
          <a:xfrm>
            <a:off x="0" y="0"/>
            <a:ext cx="10141200" cy="492412"/>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1" i="0" lang="en-IN" sz="2000" u="sng" cap="none" strike="noStrike">
                <a:solidFill>
                  <a:schemeClr val="dk1"/>
                </a:solidFill>
                <a:latin typeface="Times New Roman"/>
                <a:ea typeface="Times New Roman"/>
                <a:cs typeface="Times New Roman"/>
                <a:sym typeface="Times New Roman"/>
              </a:rPr>
              <a:t>DATA FLOW CHART(User)</a:t>
            </a:r>
            <a:endParaRPr b="0" i="0" sz="1800" u="none" cap="none" strike="noStrike">
              <a:solidFill>
                <a:schemeClr val="dk1"/>
              </a:solidFill>
              <a:latin typeface="Calibri"/>
              <a:ea typeface="Calibri"/>
              <a:cs typeface="Calibri"/>
              <a:sym typeface="Calibri"/>
            </a:endParaRPr>
          </a:p>
        </p:txBody>
      </p:sp>
      <p:pic>
        <p:nvPicPr>
          <p:cNvPr id="245" name="Google Shape;245;g3346804e54d_0_49"/>
          <p:cNvPicPr preferRelativeResize="0"/>
          <p:nvPr/>
        </p:nvPicPr>
        <p:blipFill rotWithShape="1">
          <a:blip r:embed="rId3">
            <a:alphaModFix/>
          </a:blip>
          <a:srcRect b="0" l="0" r="0" t="0"/>
          <a:stretch/>
        </p:blipFill>
        <p:spPr>
          <a:xfrm>
            <a:off x="1229212" y="941696"/>
            <a:ext cx="8911988" cy="4872250"/>
          </a:xfrm>
          <a:prstGeom prst="rect">
            <a:avLst/>
          </a:prstGeom>
          <a:noFill/>
          <a:ln>
            <a:noFill/>
          </a:ln>
        </p:spPr>
      </p:pic>
      <p:pic>
        <p:nvPicPr>
          <p:cNvPr id="246" name="Google Shape;246;g3346804e54d_0_49"/>
          <p:cNvPicPr preferRelativeResize="0"/>
          <p:nvPr/>
        </p:nvPicPr>
        <p:blipFill rotWithShape="1">
          <a:blip r:embed="rId4">
            <a:alphaModFix/>
          </a:blip>
          <a:srcRect b="0" l="0" r="0" t="0"/>
          <a:stretch/>
        </p:blipFill>
        <p:spPr>
          <a:xfrm>
            <a:off x="10115550" y="66675"/>
            <a:ext cx="1990726" cy="55811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51" name="Shape 251"/>
        <p:cNvGrpSpPr/>
        <p:nvPr/>
      </p:nvGrpSpPr>
      <p:grpSpPr>
        <a:xfrm>
          <a:off x="0" y="0"/>
          <a:ext cx="0" cy="0"/>
          <a:chOff x="0" y="0"/>
          <a:chExt cx="0" cy="0"/>
        </a:xfrm>
      </p:grpSpPr>
      <p:sp>
        <p:nvSpPr>
          <p:cNvPr id="252" name="Google Shape;252;g3346804e54d_0_44"/>
          <p:cNvSpPr/>
          <p:nvPr>
            <p:ph idx="12" type="sldNum"/>
          </p:nvPr>
        </p:nvSpPr>
        <p:spPr>
          <a:xfrm>
            <a:off x="10758922" y="6217920"/>
            <a:ext cx="365700" cy="365700"/>
          </a:xfrm>
          <a:prstGeom prst="ellipse">
            <a:avLst/>
          </a:prstGeom>
          <a:solidFill>
            <a:srgbClr val="1D1D1D">
              <a:alpha val="69020"/>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sp>
        <p:nvSpPr>
          <p:cNvPr id="253" name="Google Shape;253;g3346804e54d_0_44"/>
          <p:cNvSpPr txBox="1"/>
          <p:nvPr/>
        </p:nvSpPr>
        <p:spPr>
          <a:xfrm>
            <a:off x="0" y="0"/>
            <a:ext cx="10141200" cy="492412"/>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1" i="0" lang="en-IN" sz="2000" u="sng" cap="none" strike="noStrike">
                <a:solidFill>
                  <a:schemeClr val="dk1"/>
                </a:solidFill>
                <a:latin typeface="Times New Roman"/>
                <a:ea typeface="Times New Roman"/>
                <a:cs typeface="Times New Roman"/>
                <a:sym typeface="Times New Roman"/>
              </a:rPr>
              <a:t>DATA FLOW CHART (Company)</a:t>
            </a:r>
            <a:endParaRPr b="0" i="0" sz="1400" u="none" cap="none" strike="noStrike">
              <a:solidFill>
                <a:srgbClr val="000000"/>
              </a:solidFill>
              <a:latin typeface="Arial"/>
              <a:ea typeface="Arial"/>
              <a:cs typeface="Arial"/>
              <a:sym typeface="Arial"/>
            </a:endParaRPr>
          </a:p>
        </p:txBody>
      </p:sp>
      <p:pic>
        <p:nvPicPr>
          <p:cNvPr id="254" name="Google Shape;254;g3346804e54d_0_44"/>
          <p:cNvPicPr preferRelativeResize="0"/>
          <p:nvPr/>
        </p:nvPicPr>
        <p:blipFill rotWithShape="1">
          <a:blip r:embed="rId3">
            <a:alphaModFix/>
          </a:blip>
          <a:srcRect b="0" l="0" r="0" t="0"/>
          <a:stretch/>
        </p:blipFill>
        <p:spPr>
          <a:xfrm>
            <a:off x="1187356" y="1064526"/>
            <a:ext cx="8720918" cy="5008728"/>
          </a:xfrm>
          <a:prstGeom prst="rect">
            <a:avLst/>
          </a:prstGeom>
          <a:noFill/>
          <a:ln>
            <a:noFill/>
          </a:ln>
        </p:spPr>
      </p:pic>
      <p:pic>
        <p:nvPicPr>
          <p:cNvPr id="255" name="Google Shape;255;g3346804e54d_0_44"/>
          <p:cNvPicPr preferRelativeResize="0"/>
          <p:nvPr/>
        </p:nvPicPr>
        <p:blipFill rotWithShape="1">
          <a:blip r:embed="rId4">
            <a:alphaModFix/>
          </a:blip>
          <a:srcRect b="0" l="0" r="0" t="0"/>
          <a:stretch/>
        </p:blipFill>
        <p:spPr>
          <a:xfrm>
            <a:off x="10115550" y="66675"/>
            <a:ext cx="1990726" cy="55811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60" name="Shape 260"/>
        <p:cNvGrpSpPr/>
        <p:nvPr/>
      </p:nvGrpSpPr>
      <p:grpSpPr>
        <a:xfrm>
          <a:off x="0" y="0"/>
          <a:ext cx="0" cy="0"/>
          <a:chOff x="0" y="0"/>
          <a:chExt cx="0" cy="0"/>
        </a:xfrm>
      </p:grpSpPr>
      <p:sp>
        <p:nvSpPr>
          <p:cNvPr id="261" name="Google Shape;261;p3"/>
          <p:cNvSpPr/>
          <p:nvPr>
            <p:ph idx="12" type="sldNum"/>
          </p:nvPr>
        </p:nvSpPr>
        <p:spPr>
          <a:xfrm>
            <a:off x="10758922" y="6217920"/>
            <a:ext cx="365700" cy="365700"/>
          </a:xfrm>
          <a:prstGeom prst="ellipse">
            <a:avLst/>
          </a:prstGeom>
          <a:solidFill>
            <a:srgbClr val="1D1D1D">
              <a:alpha val="69020"/>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sp>
        <p:nvSpPr>
          <p:cNvPr id="262" name="Google Shape;262;p3"/>
          <p:cNvSpPr txBox="1"/>
          <p:nvPr/>
        </p:nvSpPr>
        <p:spPr>
          <a:xfrm>
            <a:off x="477215" y="136479"/>
            <a:ext cx="10141200" cy="553968"/>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400"/>
              <a:buFont typeface="Arial"/>
              <a:buNone/>
            </a:pPr>
            <a:r>
              <a:rPr b="1" i="0" lang="en-IN" sz="2400" u="sng" cap="none" strike="noStrike">
                <a:solidFill>
                  <a:srgbClr val="000000"/>
                </a:solidFill>
                <a:latin typeface="Times New Roman"/>
                <a:ea typeface="Times New Roman"/>
                <a:cs typeface="Times New Roman"/>
                <a:sym typeface="Times New Roman"/>
              </a:rPr>
              <a:t>Use case Diagram</a:t>
            </a:r>
            <a:endParaRPr b="1" i="0" sz="3600" u="sng" cap="none" strike="noStrike">
              <a:solidFill>
                <a:schemeClr val="dk1"/>
              </a:solidFill>
              <a:latin typeface="Times New Roman"/>
              <a:ea typeface="Times New Roman"/>
              <a:cs typeface="Times New Roman"/>
              <a:sym typeface="Times New Roman"/>
            </a:endParaRPr>
          </a:p>
        </p:txBody>
      </p:sp>
      <p:sp>
        <p:nvSpPr>
          <p:cNvPr id="263" name="Google Shape;263;p3"/>
          <p:cNvSpPr/>
          <p:nvPr/>
        </p:nvSpPr>
        <p:spPr>
          <a:xfrm>
            <a:off x="277504" y="819610"/>
            <a:ext cx="6096000" cy="469359"/>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1000"/>
              <a:buFont typeface="Arial"/>
              <a:buChar char="·"/>
            </a:pPr>
            <a:r>
              <a:rPr b="1" i="0" lang="en-IN" sz="1400" u="none" cap="none" strike="noStrike">
                <a:solidFill>
                  <a:srgbClr val="000000"/>
                </a:solidFill>
                <a:latin typeface="Calibri"/>
                <a:ea typeface="Calibri"/>
                <a:cs typeface="Calibri"/>
                <a:sym typeface="Calibri"/>
              </a:rPr>
              <a:t>User case Diagram (Admin)</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050"/>
              <a:buFont typeface="Arial"/>
              <a:buNone/>
            </a:pPr>
            <a:r>
              <a:rPr b="1" i="0" lang="en-IN" sz="1050" u="none" cap="none" strike="noStrike">
                <a:solidFill>
                  <a:srgbClr val="000000"/>
                </a:solidFill>
                <a:latin typeface="Calibri"/>
                <a:ea typeface="Calibri"/>
                <a:cs typeface="Calibri"/>
                <a:sym typeface="Calibri"/>
              </a:rPr>
              <a:t> </a:t>
            </a:r>
            <a:endParaRPr b="0" i="0" sz="1600" u="none" cap="none" strike="noStrike">
              <a:solidFill>
                <a:srgbClr val="000000"/>
              </a:solidFill>
              <a:latin typeface="Times New Roman"/>
              <a:ea typeface="Times New Roman"/>
              <a:cs typeface="Times New Roman"/>
              <a:sym typeface="Times New Roman"/>
            </a:endParaRPr>
          </a:p>
        </p:txBody>
      </p:sp>
      <p:grpSp>
        <p:nvGrpSpPr>
          <p:cNvPr id="264" name="Google Shape;264;p3"/>
          <p:cNvGrpSpPr/>
          <p:nvPr/>
        </p:nvGrpSpPr>
        <p:grpSpPr>
          <a:xfrm>
            <a:off x="477215" y="1536586"/>
            <a:ext cx="4790821" cy="2610610"/>
            <a:chOff x="0" y="0"/>
            <a:chExt cx="5387338" cy="2610610"/>
          </a:xfrm>
        </p:grpSpPr>
        <p:pic>
          <p:nvPicPr>
            <p:cNvPr id="265" name="Google Shape;265;p3"/>
            <p:cNvPicPr preferRelativeResize="0"/>
            <p:nvPr/>
          </p:nvPicPr>
          <p:blipFill rotWithShape="1">
            <a:blip r:embed="rId3">
              <a:alphaModFix/>
            </a:blip>
            <a:srcRect b="0" l="0" r="0" t="0"/>
            <a:stretch/>
          </p:blipFill>
          <p:spPr>
            <a:xfrm>
              <a:off x="4008119" y="173735"/>
              <a:ext cx="1379219" cy="2436875"/>
            </a:xfrm>
            <a:prstGeom prst="rect">
              <a:avLst/>
            </a:prstGeom>
            <a:noFill/>
            <a:ln>
              <a:noFill/>
            </a:ln>
          </p:spPr>
        </p:pic>
        <p:pic>
          <p:nvPicPr>
            <p:cNvPr id="266" name="Google Shape;266;p3"/>
            <p:cNvPicPr preferRelativeResize="0"/>
            <p:nvPr/>
          </p:nvPicPr>
          <p:blipFill rotWithShape="1">
            <a:blip r:embed="rId4">
              <a:alphaModFix/>
            </a:blip>
            <a:srcRect b="0" l="0" r="0" t="0"/>
            <a:stretch/>
          </p:blipFill>
          <p:spPr>
            <a:xfrm>
              <a:off x="0" y="0"/>
              <a:ext cx="1013460" cy="2590800"/>
            </a:xfrm>
            <a:prstGeom prst="rect">
              <a:avLst/>
            </a:prstGeom>
            <a:noFill/>
            <a:ln>
              <a:noFill/>
            </a:ln>
          </p:spPr>
        </p:pic>
        <p:sp>
          <p:nvSpPr>
            <p:cNvPr id="267" name="Google Shape;267;p3"/>
            <p:cNvSpPr/>
            <p:nvPr/>
          </p:nvSpPr>
          <p:spPr>
            <a:xfrm>
              <a:off x="1005839" y="352044"/>
              <a:ext cx="2993390" cy="881380"/>
            </a:xfrm>
            <a:custGeom>
              <a:rect b="b" l="l" r="r" t="t"/>
              <a:pathLst>
                <a:path extrusionOk="0" h="881380" w="2993390">
                  <a:moveTo>
                    <a:pt x="2884932" y="33528"/>
                  </a:moveTo>
                  <a:lnTo>
                    <a:pt x="2875788" y="0"/>
                  </a:lnTo>
                  <a:lnTo>
                    <a:pt x="2993136" y="21336"/>
                  </a:lnTo>
                  <a:lnTo>
                    <a:pt x="2985516" y="28956"/>
                  </a:lnTo>
                  <a:lnTo>
                    <a:pt x="2901696" y="28956"/>
                  </a:lnTo>
                  <a:lnTo>
                    <a:pt x="2884932" y="33528"/>
                  </a:lnTo>
                  <a:close/>
                </a:path>
                <a:path extrusionOk="0" h="881380" w="2993390">
                  <a:moveTo>
                    <a:pt x="2895600" y="68580"/>
                  </a:moveTo>
                  <a:lnTo>
                    <a:pt x="2884932" y="33528"/>
                  </a:lnTo>
                  <a:lnTo>
                    <a:pt x="2901696" y="28956"/>
                  </a:lnTo>
                  <a:lnTo>
                    <a:pt x="2912364" y="64008"/>
                  </a:lnTo>
                  <a:lnTo>
                    <a:pt x="2895600" y="68580"/>
                  </a:lnTo>
                  <a:close/>
                </a:path>
                <a:path extrusionOk="0" h="881380" w="2993390">
                  <a:moveTo>
                    <a:pt x="2904744" y="102108"/>
                  </a:moveTo>
                  <a:lnTo>
                    <a:pt x="2895600" y="68580"/>
                  </a:lnTo>
                  <a:lnTo>
                    <a:pt x="2912364" y="64008"/>
                  </a:lnTo>
                  <a:lnTo>
                    <a:pt x="2901696" y="28956"/>
                  </a:lnTo>
                  <a:lnTo>
                    <a:pt x="2985516" y="28956"/>
                  </a:lnTo>
                  <a:lnTo>
                    <a:pt x="2904744" y="102108"/>
                  </a:lnTo>
                  <a:close/>
                </a:path>
                <a:path extrusionOk="0" h="881380" w="2993390">
                  <a:moveTo>
                    <a:pt x="10667" y="880872"/>
                  </a:moveTo>
                  <a:lnTo>
                    <a:pt x="0" y="845820"/>
                  </a:lnTo>
                  <a:lnTo>
                    <a:pt x="2884932" y="33528"/>
                  </a:lnTo>
                  <a:lnTo>
                    <a:pt x="2895600" y="68580"/>
                  </a:lnTo>
                  <a:lnTo>
                    <a:pt x="10667" y="880872"/>
                  </a:lnTo>
                  <a:close/>
                </a:path>
              </a:pathLst>
            </a:custGeom>
            <a:solidFill>
              <a:srgbClr val="000000">
                <a:alpha val="3451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3"/>
            <p:cNvSpPr/>
            <p:nvPr/>
          </p:nvSpPr>
          <p:spPr>
            <a:xfrm>
              <a:off x="1005839" y="329183"/>
              <a:ext cx="2993390" cy="882650"/>
            </a:xfrm>
            <a:custGeom>
              <a:rect b="b" l="l" r="r" t="t"/>
              <a:pathLst>
                <a:path extrusionOk="0" h="882650" w="2993390">
                  <a:moveTo>
                    <a:pt x="2886456" y="35052"/>
                  </a:moveTo>
                  <a:lnTo>
                    <a:pt x="2875788" y="0"/>
                  </a:lnTo>
                  <a:lnTo>
                    <a:pt x="2993136" y="22860"/>
                  </a:lnTo>
                  <a:lnTo>
                    <a:pt x="2985516" y="30480"/>
                  </a:lnTo>
                  <a:lnTo>
                    <a:pt x="2901696" y="30480"/>
                  </a:lnTo>
                  <a:lnTo>
                    <a:pt x="2886456" y="35052"/>
                  </a:lnTo>
                  <a:close/>
                </a:path>
                <a:path extrusionOk="0" h="882650" w="2993390">
                  <a:moveTo>
                    <a:pt x="2895600" y="68580"/>
                  </a:moveTo>
                  <a:lnTo>
                    <a:pt x="2886456" y="35052"/>
                  </a:lnTo>
                  <a:lnTo>
                    <a:pt x="2901696" y="30480"/>
                  </a:lnTo>
                  <a:lnTo>
                    <a:pt x="2912364" y="64008"/>
                  </a:lnTo>
                  <a:lnTo>
                    <a:pt x="2895600" y="68580"/>
                  </a:lnTo>
                  <a:close/>
                </a:path>
                <a:path extrusionOk="0" h="882650" w="2993390">
                  <a:moveTo>
                    <a:pt x="2904744" y="103632"/>
                  </a:moveTo>
                  <a:lnTo>
                    <a:pt x="2895600" y="68580"/>
                  </a:lnTo>
                  <a:lnTo>
                    <a:pt x="2912364" y="64008"/>
                  </a:lnTo>
                  <a:lnTo>
                    <a:pt x="2901696" y="30480"/>
                  </a:lnTo>
                  <a:lnTo>
                    <a:pt x="2985516" y="30480"/>
                  </a:lnTo>
                  <a:lnTo>
                    <a:pt x="2904744" y="103632"/>
                  </a:lnTo>
                  <a:close/>
                </a:path>
                <a:path extrusionOk="0" h="882650" w="2993390">
                  <a:moveTo>
                    <a:pt x="10667" y="882396"/>
                  </a:moveTo>
                  <a:lnTo>
                    <a:pt x="0" y="847344"/>
                  </a:lnTo>
                  <a:lnTo>
                    <a:pt x="2886456" y="35052"/>
                  </a:lnTo>
                  <a:lnTo>
                    <a:pt x="2895600" y="68580"/>
                  </a:lnTo>
                  <a:lnTo>
                    <a:pt x="10667" y="882396"/>
                  </a:lnTo>
                  <a:close/>
                </a:path>
              </a:pathLst>
            </a:custGeom>
            <a:solidFill>
              <a:srgbClr val="F6954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3"/>
            <p:cNvSpPr/>
            <p:nvPr/>
          </p:nvSpPr>
          <p:spPr>
            <a:xfrm>
              <a:off x="949451" y="873252"/>
              <a:ext cx="3060700" cy="360045"/>
            </a:xfrm>
            <a:custGeom>
              <a:rect b="b" l="l" r="r" t="t"/>
              <a:pathLst>
                <a:path extrusionOk="0" h="360045" w="3060700">
                  <a:moveTo>
                    <a:pt x="2951988" y="35052"/>
                  </a:moveTo>
                  <a:lnTo>
                    <a:pt x="2948940" y="0"/>
                  </a:lnTo>
                  <a:lnTo>
                    <a:pt x="3037332" y="33528"/>
                  </a:lnTo>
                  <a:lnTo>
                    <a:pt x="2968752" y="33528"/>
                  </a:lnTo>
                  <a:lnTo>
                    <a:pt x="2951988" y="35052"/>
                  </a:lnTo>
                  <a:close/>
                </a:path>
                <a:path extrusionOk="0" h="360045" w="3060700">
                  <a:moveTo>
                    <a:pt x="2955036" y="70104"/>
                  </a:moveTo>
                  <a:lnTo>
                    <a:pt x="2951988" y="35052"/>
                  </a:lnTo>
                  <a:lnTo>
                    <a:pt x="2968752" y="33528"/>
                  </a:lnTo>
                  <a:lnTo>
                    <a:pt x="2973324" y="68580"/>
                  </a:lnTo>
                  <a:lnTo>
                    <a:pt x="2955036" y="70104"/>
                  </a:lnTo>
                  <a:close/>
                </a:path>
                <a:path extrusionOk="0" h="360045" w="3060700">
                  <a:moveTo>
                    <a:pt x="2958084" y="106680"/>
                  </a:moveTo>
                  <a:lnTo>
                    <a:pt x="2955036" y="70104"/>
                  </a:lnTo>
                  <a:lnTo>
                    <a:pt x="2973324" y="68580"/>
                  </a:lnTo>
                  <a:lnTo>
                    <a:pt x="2968752" y="33528"/>
                  </a:lnTo>
                  <a:lnTo>
                    <a:pt x="3037332" y="33528"/>
                  </a:lnTo>
                  <a:lnTo>
                    <a:pt x="3060192" y="42672"/>
                  </a:lnTo>
                  <a:lnTo>
                    <a:pt x="2958084" y="106680"/>
                  </a:lnTo>
                  <a:close/>
                </a:path>
                <a:path extrusionOk="0" h="360045" w="3060700">
                  <a:moveTo>
                    <a:pt x="1524" y="359664"/>
                  </a:moveTo>
                  <a:lnTo>
                    <a:pt x="0" y="324612"/>
                  </a:lnTo>
                  <a:lnTo>
                    <a:pt x="2951988" y="35052"/>
                  </a:lnTo>
                  <a:lnTo>
                    <a:pt x="2955036" y="70104"/>
                  </a:lnTo>
                  <a:lnTo>
                    <a:pt x="1524" y="359664"/>
                  </a:lnTo>
                  <a:close/>
                </a:path>
              </a:pathLst>
            </a:custGeom>
            <a:solidFill>
              <a:srgbClr val="000000">
                <a:alpha val="3451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3"/>
            <p:cNvSpPr/>
            <p:nvPr/>
          </p:nvSpPr>
          <p:spPr>
            <a:xfrm>
              <a:off x="949451" y="851915"/>
              <a:ext cx="3060700" cy="360045"/>
            </a:xfrm>
            <a:custGeom>
              <a:rect b="b" l="l" r="r" t="t"/>
              <a:pathLst>
                <a:path extrusionOk="0" h="360045" w="3060700">
                  <a:moveTo>
                    <a:pt x="2951988" y="35052"/>
                  </a:moveTo>
                  <a:lnTo>
                    <a:pt x="2948940" y="0"/>
                  </a:lnTo>
                  <a:lnTo>
                    <a:pt x="3037332" y="33528"/>
                  </a:lnTo>
                  <a:lnTo>
                    <a:pt x="2968752" y="33528"/>
                  </a:lnTo>
                  <a:lnTo>
                    <a:pt x="2951988" y="35052"/>
                  </a:lnTo>
                  <a:close/>
                </a:path>
                <a:path extrusionOk="0" h="360045" w="3060700">
                  <a:moveTo>
                    <a:pt x="2955036" y="70104"/>
                  </a:moveTo>
                  <a:lnTo>
                    <a:pt x="2951988" y="35052"/>
                  </a:lnTo>
                  <a:lnTo>
                    <a:pt x="2968752" y="33528"/>
                  </a:lnTo>
                  <a:lnTo>
                    <a:pt x="2973324" y="68580"/>
                  </a:lnTo>
                  <a:lnTo>
                    <a:pt x="2955036" y="70104"/>
                  </a:lnTo>
                  <a:close/>
                </a:path>
                <a:path extrusionOk="0" h="360045" w="3060700">
                  <a:moveTo>
                    <a:pt x="2958084" y="106680"/>
                  </a:moveTo>
                  <a:lnTo>
                    <a:pt x="2955036" y="70104"/>
                  </a:lnTo>
                  <a:lnTo>
                    <a:pt x="2973324" y="68580"/>
                  </a:lnTo>
                  <a:lnTo>
                    <a:pt x="2968752" y="33528"/>
                  </a:lnTo>
                  <a:lnTo>
                    <a:pt x="3037332" y="33528"/>
                  </a:lnTo>
                  <a:lnTo>
                    <a:pt x="3060192" y="42672"/>
                  </a:lnTo>
                  <a:lnTo>
                    <a:pt x="2958084" y="106680"/>
                  </a:lnTo>
                  <a:close/>
                </a:path>
                <a:path extrusionOk="0" h="360045" w="3060700">
                  <a:moveTo>
                    <a:pt x="1524" y="359664"/>
                  </a:moveTo>
                  <a:lnTo>
                    <a:pt x="0" y="324612"/>
                  </a:lnTo>
                  <a:lnTo>
                    <a:pt x="2951988" y="35052"/>
                  </a:lnTo>
                  <a:lnTo>
                    <a:pt x="2955036" y="70104"/>
                  </a:lnTo>
                  <a:lnTo>
                    <a:pt x="1524" y="359664"/>
                  </a:lnTo>
                  <a:close/>
                </a:path>
              </a:pathLst>
            </a:custGeom>
            <a:solidFill>
              <a:srgbClr val="F6954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3"/>
            <p:cNvSpPr/>
            <p:nvPr/>
          </p:nvSpPr>
          <p:spPr>
            <a:xfrm>
              <a:off x="967739" y="1197863"/>
              <a:ext cx="3043555" cy="248920"/>
            </a:xfrm>
            <a:custGeom>
              <a:rect b="b" l="l" r="r" t="t"/>
              <a:pathLst>
                <a:path extrusionOk="0" h="248920" w="3043555">
                  <a:moveTo>
                    <a:pt x="2935224" y="211836"/>
                  </a:moveTo>
                  <a:lnTo>
                    <a:pt x="0" y="35052"/>
                  </a:lnTo>
                  <a:lnTo>
                    <a:pt x="3048" y="0"/>
                  </a:lnTo>
                  <a:lnTo>
                    <a:pt x="2938272" y="176784"/>
                  </a:lnTo>
                  <a:lnTo>
                    <a:pt x="2935224" y="211836"/>
                  </a:lnTo>
                  <a:close/>
                </a:path>
                <a:path extrusionOk="0" h="248920" w="3043555">
                  <a:moveTo>
                    <a:pt x="3015996" y="213360"/>
                  </a:moveTo>
                  <a:lnTo>
                    <a:pt x="2953512" y="213360"/>
                  </a:lnTo>
                  <a:lnTo>
                    <a:pt x="2955036" y="178308"/>
                  </a:lnTo>
                  <a:lnTo>
                    <a:pt x="2938272" y="176784"/>
                  </a:lnTo>
                  <a:lnTo>
                    <a:pt x="2939796" y="140208"/>
                  </a:lnTo>
                  <a:lnTo>
                    <a:pt x="3043428" y="201168"/>
                  </a:lnTo>
                  <a:lnTo>
                    <a:pt x="3015996" y="213360"/>
                  </a:lnTo>
                  <a:close/>
                </a:path>
                <a:path extrusionOk="0" h="248920" w="3043555">
                  <a:moveTo>
                    <a:pt x="2953512" y="213360"/>
                  </a:moveTo>
                  <a:lnTo>
                    <a:pt x="2935224" y="211836"/>
                  </a:lnTo>
                  <a:lnTo>
                    <a:pt x="2938272" y="176784"/>
                  </a:lnTo>
                  <a:lnTo>
                    <a:pt x="2955036" y="178308"/>
                  </a:lnTo>
                  <a:lnTo>
                    <a:pt x="2953578" y="211836"/>
                  </a:lnTo>
                  <a:lnTo>
                    <a:pt x="2953512" y="213360"/>
                  </a:lnTo>
                  <a:close/>
                </a:path>
                <a:path extrusionOk="0" h="248920" w="3043555">
                  <a:moveTo>
                    <a:pt x="2933700" y="248412"/>
                  </a:moveTo>
                  <a:lnTo>
                    <a:pt x="2935160" y="213360"/>
                  </a:lnTo>
                  <a:lnTo>
                    <a:pt x="2935224" y="211836"/>
                  </a:lnTo>
                  <a:lnTo>
                    <a:pt x="2953512" y="213360"/>
                  </a:lnTo>
                  <a:lnTo>
                    <a:pt x="3015996" y="213360"/>
                  </a:lnTo>
                  <a:lnTo>
                    <a:pt x="2933700" y="248412"/>
                  </a:lnTo>
                  <a:close/>
                </a:path>
              </a:pathLst>
            </a:custGeom>
            <a:solidFill>
              <a:srgbClr val="000000">
                <a:alpha val="3451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3"/>
            <p:cNvSpPr/>
            <p:nvPr/>
          </p:nvSpPr>
          <p:spPr>
            <a:xfrm>
              <a:off x="967739" y="1176528"/>
              <a:ext cx="3043555" cy="248920"/>
            </a:xfrm>
            <a:custGeom>
              <a:rect b="b" l="l" r="r" t="t"/>
              <a:pathLst>
                <a:path extrusionOk="0" h="248920" w="3043555">
                  <a:moveTo>
                    <a:pt x="2935224" y="211836"/>
                  </a:moveTo>
                  <a:lnTo>
                    <a:pt x="0" y="35052"/>
                  </a:lnTo>
                  <a:lnTo>
                    <a:pt x="3048" y="0"/>
                  </a:lnTo>
                  <a:lnTo>
                    <a:pt x="2938272" y="176784"/>
                  </a:lnTo>
                  <a:lnTo>
                    <a:pt x="2935224" y="211836"/>
                  </a:lnTo>
                  <a:close/>
                </a:path>
                <a:path extrusionOk="0" h="248920" w="3043555">
                  <a:moveTo>
                    <a:pt x="2953512" y="213360"/>
                  </a:moveTo>
                  <a:lnTo>
                    <a:pt x="2935224" y="211836"/>
                  </a:lnTo>
                  <a:lnTo>
                    <a:pt x="2938272" y="176784"/>
                  </a:lnTo>
                  <a:lnTo>
                    <a:pt x="2939796" y="140208"/>
                  </a:lnTo>
                  <a:lnTo>
                    <a:pt x="3001975" y="176784"/>
                  </a:lnTo>
                  <a:lnTo>
                    <a:pt x="2955036" y="176784"/>
                  </a:lnTo>
                  <a:lnTo>
                    <a:pt x="2953575" y="211836"/>
                  </a:lnTo>
                  <a:lnTo>
                    <a:pt x="2953512" y="213360"/>
                  </a:lnTo>
                  <a:close/>
                </a:path>
                <a:path extrusionOk="0" h="248920" w="3043555">
                  <a:moveTo>
                    <a:pt x="3015996" y="213360"/>
                  </a:moveTo>
                  <a:lnTo>
                    <a:pt x="2953512" y="213360"/>
                  </a:lnTo>
                  <a:lnTo>
                    <a:pt x="2955036" y="176784"/>
                  </a:lnTo>
                  <a:lnTo>
                    <a:pt x="3001975" y="176784"/>
                  </a:lnTo>
                  <a:lnTo>
                    <a:pt x="3043428" y="201168"/>
                  </a:lnTo>
                  <a:lnTo>
                    <a:pt x="3015996" y="213360"/>
                  </a:lnTo>
                  <a:close/>
                </a:path>
                <a:path extrusionOk="0" h="248920" w="3043555">
                  <a:moveTo>
                    <a:pt x="2933700" y="248412"/>
                  </a:moveTo>
                  <a:lnTo>
                    <a:pt x="2935160" y="213360"/>
                  </a:lnTo>
                  <a:lnTo>
                    <a:pt x="2935224" y="211836"/>
                  </a:lnTo>
                  <a:lnTo>
                    <a:pt x="2953512" y="213360"/>
                  </a:lnTo>
                  <a:lnTo>
                    <a:pt x="3015996" y="213360"/>
                  </a:lnTo>
                  <a:lnTo>
                    <a:pt x="2933700" y="248412"/>
                  </a:lnTo>
                  <a:close/>
                </a:path>
              </a:pathLst>
            </a:custGeom>
            <a:solidFill>
              <a:srgbClr val="F6954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3"/>
            <p:cNvSpPr/>
            <p:nvPr/>
          </p:nvSpPr>
          <p:spPr>
            <a:xfrm>
              <a:off x="1007363" y="1197863"/>
              <a:ext cx="2994660" cy="728980"/>
            </a:xfrm>
            <a:custGeom>
              <a:rect b="b" l="l" r="r" t="t"/>
              <a:pathLst>
                <a:path extrusionOk="0" h="728980" w="2994660">
                  <a:moveTo>
                    <a:pt x="2886456" y="693420"/>
                  </a:moveTo>
                  <a:lnTo>
                    <a:pt x="0" y="35052"/>
                  </a:lnTo>
                  <a:lnTo>
                    <a:pt x="7620" y="0"/>
                  </a:lnTo>
                  <a:lnTo>
                    <a:pt x="2894076" y="658368"/>
                  </a:lnTo>
                  <a:lnTo>
                    <a:pt x="2886456" y="693420"/>
                  </a:lnTo>
                  <a:close/>
                </a:path>
                <a:path extrusionOk="0" h="728980" w="2994660">
                  <a:moveTo>
                    <a:pt x="2991612" y="697992"/>
                  </a:moveTo>
                  <a:lnTo>
                    <a:pt x="2903220" y="697992"/>
                  </a:lnTo>
                  <a:lnTo>
                    <a:pt x="2910840" y="662940"/>
                  </a:lnTo>
                  <a:lnTo>
                    <a:pt x="2894076" y="658368"/>
                  </a:lnTo>
                  <a:lnTo>
                    <a:pt x="2903220" y="624840"/>
                  </a:lnTo>
                  <a:lnTo>
                    <a:pt x="2991612" y="697992"/>
                  </a:lnTo>
                  <a:close/>
                </a:path>
                <a:path extrusionOk="0" h="728980" w="2994660">
                  <a:moveTo>
                    <a:pt x="2903220" y="697992"/>
                  </a:moveTo>
                  <a:lnTo>
                    <a:pt x="2886456" y="693420"/>
                  </a:lnTo>
                  <a:lnTo>
                    <a:pt x="2894076" y="658368"/>
                  </a:lnTo>
                  <a:lnTo>
                    <a:pt x="2910840" y="662940"/>
                  </a:lnTo>
                  <a:lnTo>
                    <a:pt x="2903220" y="697992"/>
                  </a:lnTo>
                  <a:close/>
                </a:path>
                <a:path extrusionOk="0" h="728980" w="2994660">
                  <a:moveTo>
                    <a:pt x="2877312" y="728472"/>
                  </a:moveTo>
                  <a:lnTo>
                    <a:pt x="2886456" y="693420"/>
                  </a:lnTo>
                  <a:lnTo>
                    <a:pt x="2903220" y="697992"/>
                  </a:lnTo>
                  <a:lnTo>
                    <a:pt x="2991612" y="697992"/>
                  </a:lnTo>
                  <a:lnTo>
                    <a:pt x="2994660" y="701040"/>
                  </a:lnTo>
                  <a:lnTo>
                    <a:pt x="2877312" y="728472"/>
                  </a:lnTo>
                  <a:close/>
                </a:path>
              </a:pathLst>
            </a:custGeom>
            <a:solidFill>
              <a:srgbClr val="000000">
                <a:alpha val="3451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3"/>
            <p:cNvSpPr/>
            <p:nvPr/>
          </p:nvSpPr>
          <p:spPr>
            <a:xfrm>
              <a:off x="1007363" y="1176527"/>
              <a:ext cx="2994660" cy="728980"/>
            </a:xfrm>
            <a:custGeom>
              <a:rect b="b" l="l" r="r" t="t"/>
              <a:pathLst>
                <a:path extrusionOk="0" h="728980" w="2994660">
                  <a:moveTo>
                    <a:pt x="2886456" y="694944"/>
                  </a:moveTo>
                  <a:lnTo>
                    <a:pt x="0" y="35052"/>
                  </a:lnTo>
                  <a:lnTo>
                    <a:pt x="7620" y="0"/>
                  </a:lnTo>
                  <a:lnTo>
                    <a:pt x="2894076" y="659892"/>
                  </a:lnTo>
                  <a:lnTo>
                    <a:pt x="2886456" y="694944"/>
                  </a:lnTo>
                  <a:close/>
                </a:path>
                <a:path extrusionOk="0" h="728980" w="2994660">
                  <a:moveTo>
                    <a:pt x="2991612" y="697992"/>
                  </a:moveTo>
                  <a:lnTo>
                    <a:pt x="2903220" y="697992"/>
                  </a:lnTo>
                  <a:lnTo>
                    <a:pt x="2910840" y="662940"/>
                  </a:lnTo>
                  <a:lnTo>
                    <a:pt x="2894076" y="659892"/>
                  </a:lnTo>
                  <a:lnTo>
                    <a:pt x="2903220" y="623316"/>
                  </a:lnTo>
                  <a:lnTo>
                    <a:pt x="2991612" y="697992"/>
                  </a:lnTo>
                  <a:close/>
                </a:path>
                <a:path extrusionOk="0" h="728980" w="2994660">
                  <a:moveTo>
                    <a:pt x="2903220" y="697992"/>
                  </a:moveTo>
                  <a:lnTo>
                    <a:pt x="2886456" y="694944"/>
                  </a:lnTo>
                  <a:lnTo>
                    <a:pt x="2894076" y="659892"/>
                  </a:lnTo>
                  <a:lnTo>
                    <a:pt x="2910840" y="662940"/>
                  </a:lnTo>
                  <a:lnTo>
                    <a:pt x="2903220" y="697992"/>
                  </a:lnTo>
                  <a:close/>
                </a:path>
                <a:path extrusionOk="0" h="728980" w="2994660">
                  <a:moveTo>
                    <a:pt x="2877312" y="728472"/>
                  </a:moveTo>
                  <a:lnTo>
                    <a:pt x="2886456" y="694944"/>
                  </a:lnTo>
                  <a:lnTo>
                    <a:pt x="2903220" y="697992"/>
                  </a:lnTo>
                  <a:lnTo>
                    <a:pt x="2991612" y="697992"/>
                  </a:lnTo>
                  <a:lnTo>
                    <a:pt x="2994660" y="701040"/>
                  </a:lnTo>
                  <a:lnTo>
                    <a:pt x="2877312" y="728472"/>
                  </a:lnTo>
                  <a:close/>
                </a:path>
              </a:pathLst>
            </a:custGeom>
            <a:solidFill>
              <a:srgbClr val="F6954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3"/>
            <p:cNvSpPr/>
            <p:nvPr/>
          </p:nvSpPr>
          <p:spPr>
            <a:xfrm>
              <a:off x="944879" y="1199388"/>
              <a:ext cx="3054350" cy="1173480"/>
            </a:xfrm>
            <a:custGeom>
              <a:rect b="b" l="l" r="r" t="t"/>
              <a:pathLst>
                <a:path extrusionOk="0" h="1173480" w="3054350">
                  <a:moveTo>
                    <a:pt x="2945892" y="1141475"/>
                  </a:moveTo>
                  <a:lnTo>
                    <a:pt x="0" y="33527"/>
                  </a:lnTo>
                  <a:lnTo>
                    <a:pt x="12191" y="0"/>
                  </a:lnTo>
                  <a:lnTo>
                    <a:pt x="2958084" y="1107947"/>
                  </a:lnTo>
                  <a:lnTo>
                    <a:pt x="2945892" y="1141475"/>
                  </a:lnTo>
                  <a:close/>
                </a:path>
                <a:path extrusionOk="0" h="1173480" w="3054350">
                  <a:moveTo>
                    <a:pt x="3041904" y="1147571"/>
                  </a:moveTo>
                  <a:lnTo>
                    <a:pt x="2964180" y="1147571"/>
                  </a:lnTo>
                  <a:lnTo>
                    <a:pt x="2976372" y="1114043"/>
                  </a:lnTo>
                  <a:lnTo>
                    <a:pt x="2958084" y="1107947"/>
                  </a:lnTo>
                  <a:lnTo>
                    <a:pt x="2971800" y="1072895"/>
                  </a:lnTo>
                  <a:lnTo>
                    <a:pt x="3041904" y="1147571"/>
                  </a:lnTo>
                  <a:close/>
                </a:path>
                <a:path extrusionOk="0" h="1173480" w="3054350">
                  <a:moveTo>
                    <a:pt x="2964180" y="1147571"/>
                  </a:moveTo>
                  <a:lnTo>
                    <a:pt x="2945892" y="1141475"/>
                  </a:lnTo>
                  <a:lnTo>
                    <a:pt x="2958084" y="1107947"/>
                  </a:lnTo>
                  <a:lnTo>
                    <a:pt x="2976372" y="1114043"/>
                  </a:lnTo>
                  <a:lnTo>
                    <a:pt x="2964180" y="1147571"/>
                  </a:lnTo>
                  <a:close/>
                </a:path>
                <a:path extrusionOk="0" h="1173480" w="3054350">
                  <a:moveTo>
                    <a:pt x="2933700" y="1173479"/>
                  </a:moveTo>
                  <a:lnTo>
                    <a:pt x="2945892" y="1141475"/>
                  </a:lnTo>
                  <a:lnTo>
                    <a:pt x="2964180" y="1147571"/>
                  </a:lnTo>
                  <a:lnTo>
                    <a:pt x="3041904" y="1147571"/>
                  </a:lnTo>
                  <a:lnTo>
                    <a:pt x="3054096" y="1161287"/>
                  </a:lnTo>
                  <a:lnTo>
                    <a:pt x="2933700" y="1173479"/>
                  </a:lnTo>
                  <a:close/>
                </a:path>
              </a:pathLst>
            </a:custGeom>
            <a:solidFill>
              <a:srgbClr val="000000">
                <a:alpha val="3451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3"/>
            <p:cNvSpPr/>
            <p:nvPr/>
          </p:nvSpPr>
          <p:spPr>
            <a:xfrm>
              <a:off x="944880" y="1176527"/>
              <a:ext cx="3054350" cy="1175385"/>
            </a:xfrm>
            <a:custGeom>
              <a:rect b="b" l="l" r="r" t="t"/>
              <a:pathLst>
                <a:path extrusionOk="0" h="1175385" w="3054350">
                  <a:moveTo>
                    <a:pt x="2947416" y="1141475"/>
                  </a:moveTo>
                  <a:lnTo>
                    <a:pt x="0" y="33527"/>
                  </a:lnTo>
                  <a:lnTo>
                    <a:pt x="12191" y="0"/>
                  </a:lnTo>
                  <a:lnTo>
                    <a:pt x="2959608" y="1107947"/>
                  </a:lnTo>
                  <a:lnTo>
                    <a:pt x="2947416" y="1141475"/>
                  </a:lnTo>
                  <a:close/>
                </a:path>
                <a:path extrusionOk="0" h="1175385" w="3054350">
                  <a:moveTo>
                    <a:pt x="3040380" y="1147571"/>
                  </a:moveTo>
                  <a:lnTo>
                    <a:pt x="2964180" y="1147571"/>
                  </a:lnTo>
                  <a:lnTo>
                    <a:pt x="2976372" y="1114043"/>
                  </a:lnTo>
                  <a:lnTo>
                    <a:pt x="2959608" y="1107947"/>
                  </a:lnTo>
                  <a:lnTo>
                    <a:pt x="2971800" y="1074419"/>
                  </a:lnTo>
                  <a:lnTo>
                    <a:pt x="3040380" y="1147571"/>
                  </a:lnTo>
                  <a:close/>
                </a:path>
                <a:path extrusionOk="0" h="1175385" w="3054350">
                  <a:moveTo>
                    <a:pt x="2964180" y="1147571"/>
                  </a:moveTo>
                  <a:lnTo>
                    <a:pt x="2947416" y="1141475"/>
                  </a:lnTo>
                  <a:lnTo>
                    <a:pt x="2959608" y="1107947"/>
                  </a:lnTo>
                  <a:lnTo>
                    <a:pt x="2976372" y="1114043"/>
                  </a:lnTo>
                  <a:lnTo>
                    <a:pt x="2964180" y="1147571"/>
                  </a:lnTo>
                  <a:close/>
                </a:path>
                <a:path extrusionOk="0" h="1175385" w="3054350">
                  <a:moveTo>
                    <a:pt x="2933700" y="1175003"/>
                  </a:moveTo>
                  <a:lnTo>
                    <a:pt x="2947416" y="1141475"/>
                  </a:lnTo>
                  <a:lnTo>
                    <a:pt x="2964180" y="1147571"/>
                  </a:lnTo>
                  <a:lnTo>
                    <a:pt x="3040380" y="1147571"/>
                  </a:lnTo>
                  <a:lnTo>
                    <a:pt x="3054096" y="1162811"/>
                  </a:lnTo>
                  <a:lnTo>
                    <a:pt x="2933700" y="1175003"/>
                  </a:lnTo>
                  <a:close/>
                </a:path>
              </a:pathLst>
            </a:custGeom>
            <a:solidFill>
              <a:srgbClr val="F6954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77" name="Google Shape;277;p3"/>
          <p:cNvSpPr/>
          <p:nvPr/>
        </p:nvSpPr>
        <p:spPr>
          <a:xfrm>
            <a:off x="7545869" y="981192"/>
            <a:ext cx="2750433" cy="307777"/>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1000"/>
              <a:buFont typeface="Arial"/>
              <a:buChar char="·"/>
            </a:pPr>
            <a:r>
              <a:rPr b="1" i="0" lang="en-IN" sz="1400" u="none" cap="none" strike="noStrike">
                <a:solidFill>
                  <a:srgbClr val="000000"/>
                </a:solidFill>
                <a:latin typeface="Calibri"/>
                <a:ea typeface="Calibri"/>
                <a:cs typeface="Calibri"/>
                <a:sym typeface="Calibri"/>
              </a:rPr>
              <a:t>User case Diagram (Company)</a:t>
            </a:r>
            <a:endParaRPr b="0" i="0" sz="1200" u="none" cap="none" strike="noStrike">
              <a:solidFill>
                <a:srgbClr val="000000"/>
              </a:solidFill>
              <a:latin typeface="Calibri"/>
              <a:ea typeface="Calibri"/>
              <a:cs typeface="Calibri"/>
              <a:sym typeface="Calibri"/>
            </a:endParaRPr>
          </a:p>
        </p:txBody>
      </p:sp>
      <p:grpSp>
        <p:nvGrpSpPr>
          <p:cNvPr id="278" name="Google Shape;278;p3"/>
          <p:cNvGrpSpPr/>
          <p:nvPr/>
        </p:nvGrpSpPr>
        <p:grpSpPr>
          <a:xfrm>
            <a:off x="6834478" y="1722016"/>
            <a:ext cx="4290144" cy="2442846"/>
            <a:chOff x="0" y="0"/>
            <a:chExt cx="5338571" cy="2697479"/>
          </a:xfrm>
        </p:grpSpPr>
        <p:pic>
          <p:nvPicPr>
            <p:cNvPr id="279" name="Google Shape;279;p3"/>
            <p:cNvPicPr preferRelativeResize="0"/>
            <p:nvPr/>
          </p:nvPicPr>
          <p:blipFill rotWithShape="1">
            <a:blip r:embed="rId5">
              <a:alphaModFix/>
            </a:blip>
            <a:srcRect b="0" l="0" r="0" t="0"/>
            <a:stretch/>
          </p:blipFill>
          <p:spPr>
            <a:xfrm>
              <a:off x="3959352" y="123444"/>
              <a:ext cx="1379219" cy="2574035"/>
            </a:xfrm>
            <a:prstGeom prst="rect">
              <a:avLst/>
            </a:prstGeom>
            <a:noFill/>
            <a:ln>
              <a:noFill/>
            </a:ln>
          </p:spPr>
        </p:pic>
        <p:pic>
          <p:nvPicPr>
            <p:cNvPr id="280" name="Google Shape;280;p3"/>
            <p:cNvPicPr preferRelativeResize="0"/>
            <p:nvPr/>
          </p:nvPicPr>
          <p:blipFill rotWithShape="1">
            <a:blip r:embed="rId6">
              <a:alphaModFix/>
            </a:blip>
            <a:srcRect b="0" l="0" r="0" t="0"/>
            <a:stretch/>
          </p:blipFill>
          <p:spPr>
            <a:xfrm>
              <a:off x="0" y="0"/>
              <a:ext cx="1011935" cy="2590799"/>
            </a:xfrm>
            <a:prstGeom prst="rect">
              <a:avLst/>
            </a:prstGeom>
            <a:noFill/>
            <a:ln>
              <a:noFill/>
            </a:ln>
          </p:spPr>
        </p:pic>
        <p:sp>
          <p:nvSpPr>
            <p:cNvPr id="281" name="Google Shape;281;p3"/>
            <p:cNvSpPr/>
            <p:nvPr/>
          </p:nvSpPr>
          <p:spPr>
            <a:xfrm>
              <a:off x="932687" y="373380"/>
              <a:ext cx="3046730" cy="809625"/>
            </a:xfrm>
            <a:custGeom>
              <a:rect b="b" l="l" r="r" t="t"/>
              <a:pathLst>
                <a:path extrusionOk="0" h="809625" w="3046730">
                  <a:moveTo>
                    <a:pt x="2938272" y="35052"/>
                  </a:moveTo>
                  <a:lnTo>
                    <a:pt x="2929128" y="0"/>
                  </a:lnTo>
                  <a:lnTo>
                    <a:pt x="3046476" y="25908"/>
                  </a:lnTo>
                  <a:lnTo>
                    <a:pt x="3041904" y="30480"/>
                  </a:lnTo>
                  <a:lnTo>
                    <a:pt x="2956560" y="30480"/>
                  </a:lnTo>
                  <a:lnTo>
                    <a:pt x="2938272" y="35052"/>
                  </a:lnTo>
                  <a:close/>
                </a:path>
                <a:path extrusionOk="0" h="809625" w="3046730">
                  <a:moveTo>
                    <a:pt x="2947416" y="70104"/>
                  </a:moveTo>
                  <a:lnTo>
                    <a:pt x="2938272" y="35052"/>
                  </a:lnTo>
                  <a:lnTo>
                    <a:pt x="2956560" y="30480"/>
                  </a:lnTo>
                  <a:lnTo>
                    <a:pt x="2964180" y="65532"/>
                  </a:lnTo>
                  <a:lnTo>
                    <a:pt x="2947416" y="70104"/>
                  </a:lnTo>
                  <a:close/>
                </a:path>
                <a:path extrusionOk="0" h="809625" w="3046730">
                  <a:moveTo>
                    <a:pt x="2956560" y="105156"/>
                  </a:moveTo>
                  <a:lnTo>
                    <a:pt x="2947416" y="70104"/>
                  </a:lnTo>
                  <a:lnTo>
                    <a:pt x="2964180" y="65532"/>
                  </a:lnTo>
                  <a:lnTo>
                    <a:pt x="2956560" y="30480"/>
                  </a:lnTo>
                  <a:lnTo>
                    <a:pt x="3041904" y="30480"/>
                  </a:lnTo>
                  <a:lnTo>
                    <a:pt x="2956560" y="105156"/>
                  </a:lnTo>
                  <a:close/>
                </a:path>
                <a:path extrusionOk="0" h="809625" w="3046730">
                  <a:moveTo>
                    <a:pt x="9144" y="809244"/>
                  </a:moveTo>
                  <a:lnTo>
                    <a:pt x="0" y="774192"/>
                  </a:lnTo>
                  <a:lnTo>
                    <a:pt x="2938272" y="35052"/>
                  </a:lnTo>
                  <a:lnTo>
                    <a:pt x="2947416" y="70104"/>
                  </a:lnTo>
                  <a:lnTo>
                    <a:pt x="9144" y="809244"/>
                  </a:lnTo>
                  <a:close/>
                </a:path>
              </a:pathLst>
            </a:custGeom>
            <a:solidFill>
              <a:srgbClr val="000000">
                <a:alpha val="3451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3"/>
            <p:cNvSpPr/>
            <p:nvPr/>
          </p:nvSpPr>
          <p:spPr>
            <a:xfrm>
              <a:off x="932687" y="352044"/>
              <a:ext cx="3046730" cy="809625"/>
            </a:xfrm>
            <a:custGeom>
              <a:rect b="b" l="l" r="r" t="t"/>
              <a:pathLst>
                <a:path extrusionOk="0" h="809625" w="3046730">
                  <a:moveTo>
                    <a:pt x="2938272" y="35052"/>
                  </a:moveTo>
                  <a:lnTo>
                    <a:pt x="2929128" y="0"/>
                  </a:lnTo>
                  <a:lnTo>
                    <a:pt x="3046476" y="25908"/>
                  </a:lnTo>
                  <a:lnTo>
                    <a:pt x="3041904" y="30480"/>
                  </a:lnTo>
                  <a:lnTo>
                    <a:pt x="2956560" y="30480"/>
                  </a:lnTo>
                  <a:lnTo>
                    <a:pt x="2938272" y="35052"/>
                  </a:lnTo>
                  <a:close/>
                </a:path>
                <a:path extrusionOk="0" h="809625" w="3046730">
                  <a:moveTo>
                    <a:pt x="2947416" y="70104"/>
                  </a:moveTo>
                  <a:lnTo>
                    <a:pt x="2938272" y="35052"/>
                  </a:lnTo>
                  <a:lnTo>
                    <a:pt x="2956560" y="30480"/>
                  </a:lnTo>
                  <a:lnTo>
                    <a:pt x="2964180" y="65532"/>
                  </a:lnTo>
                  <a:lnTo>
                    <a:pt x="2947416" y="70104"/>
                  </a:lnTo>
                  <a:close/>
                </a:path>
                <a:path extrusionOk="0" h="809625" w="3046730">
                  <a:moveTo>
                    <a:pt x="2956560" y="105156"/>
                  </a:moveTo>
                  <a:lnTo>
                    <a:pt x="2947416" y="70104"/>
                  </a:lnTo>
                  <a:lnTo>
                    <a:pt x="2964180" y="65532"/>
                  </a:lnTo>
                  <a:lnTo>
                    <a:pt x="2956560" y="30480"/>
                  </a:lnTo>
                  <a:lnTo>
                    <a:pt x="3041904" y="30480"/>
                  </a:lnTo>
                  <a:lnTo>
                    <a:pt x="2956560" y="105156"/>
                  </a:lnTo>
                  <a:close/>
                </a:path>
                <a:path extrusionOk="0" h="809625" w="3046730">
                  <a:moveTo>
                    <a:pt x="9144" y="809244"/>
                  </a:moveTo>
                  <a:lnTo>
                    <a:pt x="0" y="774192"/>
                  </a:lnTo>
                  <a:lnTo>
                    <a:pt x="2938272" y="35052"/>
                  </a:lnTo>
                  <a:lnTo>
                    <a:pt x="2947416" y="70104"/>
                  </a:lnTo>
                  <a:lnTo>
                    <a:pt x="9144" y="809244"/>
                  </a:lnTo>
                  <a:close/>
                </a:path>
              </a:pathLst>
            </a:custGeom>
            <a:solidFill>
              <a:srgbClr val="F6954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3"/>
            <p:cNvSpPr/>
            <p:nvPr/>
          </p:nvSpPr>
          <p:spPr>
            <a:xfrm>
              <a:off x="900683" y="856488"/>
              <a:ext cx="3060700" cy="326390"/>
            </a:xfrm>
            <a:custGeom>
              <a:rect b="b" l="l" r="r" t="t"/>
              <a:pathLst>
                <a:path extrusionOk="0" h="326390" w="3060700">
                  <a:moveTo>
                    <a:pt x="2956560" y="108204"/>
                  </a:moveTo>
                  <a:lnTo>
                    <a:pt x="2953512" y="71628"/>
                  </a:lnTo>
                  <a:lnTo>
                    <a:pt x="2971800" y="70104"/>
                  </a:lnTo>
                  <a:lnTo>
                    <a:pt x="2968752" y="35052"/>
                  </a:lnTo>
                  <a:lnTo>
                    <a:pt x="2951861" y="35052"/>
                  </a:lnTo>
                  <a:lnTo>
                    <a:pt x="2948940" y="0"/>
                  </a:lnTo>
                  <a:lnTo>
                    <a:pt x="3037332" y="35052"/>
                  </a:lnTo>
                  <a:lnTo>
                    <a:pt x="2968752" y="35052"/>
                  </a:lnTo>
                  <a:lnTo>
                    <a:pt x="2951988" y="36576"/>
                  </a:lnTo>
                  <a:lnTo>
                    <a:pt x="3041142" y="36576"/>
                  </a:lnTo>
                  <a:lnTo>
                    <a:pt x="3060192" y="44196"/>
                  </a:lnTo>
                  <a:lnTo>
                    <a:pt x="2956560" y="108204"/>
                  </a:lnTo>
                  <a:close/>
                </a:path>
                <a:path extrusionOk="0" h="326390" w="3060700">
                  <a:moveTo>
                    <a:pt x="2953512" y="71628"/>
                  </a:moveTo>
                  <a:lnTo>
                    <a:pt x="2951988" y="36576"/>
                  </a:lnTo>
                  <a:lnTo>
                    <a:pt x="2968752" y="35052"/>
                  </a:lnTo>
                  <a:lnTo>
                    <a:pt x="2971800" y="70104"/>
                  </a:lnTo>
                  <a:lnTo>
                    <a:pt x="2953512" y="71628"/>
                  </a:lnTo>
                  <a:close/>
                </a:path>
                <a:path extrusionOk="0" h="326390" w="3060700">
                  <a:moveTo>
                    <a:pt x="3048" y="326136"/>
                  </a:moveTo>
                  <a:lnTo>
                    <a:pt x="0" y="291083"/>
                  </a:lnTo>
                  <a:lnTo>
                    <a:pt x="2951988" y="36576"/>
                  </a:lnTo>
                  <a:lnTo>
                    <a:pt x="2953445" y="70104"/>
                  </a:lnTo>
                  <a:lnTo>
                    <a:pt x="2953512" y="71628"/>
                  </a:lnTo>
                  <a:lnTo>
                    <a:pt x="3048" y="326136"/>
                  </a:lnTo>
                  <a:close/>
                </a:path>
              </a:pathLst>
            </a:custGeom>
            <a:solidFill>
              <a:srgbClr val="000000">
                <a:alpha val="3451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3"/>
            <p:cNvSpPr/>
            <p:nvPr/>
          </p:nvSpPr>
          <p:spPr>
            <a:xfrm>
              <a:off x="900683" y="835152"/>
              <a:ext cx="3060700" cy="326390"/>
            </a:xfrm>
            <a:custGeom>
              <a:rect b="b" l="l" r="r" t="t"/>
              <a:pathLst>
                <a:path extrusionOk="0" h="326390" w="3060700">
                  <a:moveTo>
                    <a:pt x="2956560" y="106680"/>
                  </a:moveTo>
                  <a:lnTo>
                    <a:pt x="2953512" y="71628"/>
                  </a:lnTo>
                  <a:lnTo>
                    <a:pt x="2971800" y="70104"/>
                  </a:lnTo>
                  <a:lnTo>
                    <a:pt x="2968752" y="35052"/>
                  </a:lnTo>
                  <a:lnTo>
                    <a:pt x="2951861" y="35052"/>
                  </a:lnTo>
                  <a:lnTo>
                    <a:pt x="2948940" y="0"/>
                  </a:lnTo>
                  <a:lnTo>
                    <a:pt x="3037332" y="35052"/>
                  </a:lnTo>
                  <a:lnTo>
                    <a:pt x="2968752" y="35052"/>
                  </a:lnTo>
                  <a:lnTo>
                    <a:pt x="2951988" y="36576"/>
                  </a:lnTo>
                  <a:lnTo>
                    <a:pt x="3041142" y="36576"/>
                  </a:lnTo>
                  <a:lnTo>
                    <a:pt x="3060192" y="44196"/>
                  </a:lnTo>
                  <a:lnTo>
                    <a:pt x="2956560" y="106680"/>
                  </a:lnTo>
                  <a:close/>
                </a:path>
                <a:path extrusionOk="0" h="326390" w="3060700">
                  <a:moveTo>
                    <a:pt x="2953512" y="71628"/>
                  </a:moveTo>
                  <a:lnTo>
                    <a:pt x="2951988" y="36576"/>
                  </a:lnTo>
                  <a:lnTo>
                    <a:pt x="2968752" y="35052"/>
                  </a:lnTo>
                  <a:lnTo>
                    <a:pt x="2971800" y="70104"/>
                  </a:lnTo>
                  <a:lnTo>
                    <a:pt x="2953512" y="71628"/>
                  </a:lnTo>
                  <a:close/>
                </a:path>
                <a:path extrusionOk="0" h="326390" w="3060700">
                  <a:moveTo>
                    <a:pt x="3048" y="326136"/>
                  </a:moveTo>
                  <a:lnTo>
                    <a:pt x="0" y="291083"/>
                  </a:lnTo>
                  <a:lnTo>
                    <a:pt x="2951988" y="36576"/>
                  </a:lnTo>
                  <a:lnTo>
                    <a:pt x="2953445" y="70104"/>
                  </a:lnTo>
                  <a:lnTo>
                    <a:pt x="2953512" y="71628"/>
                  </a:lnTo>
                  <a:lnTo>
                    <a:pt x="3048" y="326136"/>
                  </a:lnTo>
                  <a:close/>
                </a:path>
              </a:pathLst>
            </a:custGeom>
            <a:solidFill>
              <a:srgbClr val="F6954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3"/>
            <p:cNvSpPr/>
            <p:nvPr/>
          </p:nvSpPr>
          <p:spPr>
            <a:xfrm>
              <a:off x="918971" y="1147572"/>
              <a:ext cx="3042285" cy="315595"/>
            </a:xfrm>
            <a:custGeom>
              <a:rect b="b" l="l" r="r" t="t"/>
              <a:pathLst>
                <a:path extrusionOk="0" h="315595" w="3042285">
                  <a:moveTo>
                    <a:pt x="2933700" y="280416"/>
                  </a:moveTo>
                  <a:lnTo>
                    <a:pt x="0" y="36576"/>
                  </a:lnTo>
                  <a:lnTo>
                    <a:pt x="1524" y="0"/>
                  </a:lnTo>
                  <a:lnTo>
                    <a:pt x="2935224" y="243840"/>
                  </a:lnTo>
                  <a:lnTo>
                    <a:pt x="2933700" y="280416"/>
                  </a:lnTo>
                  <a:close/>
                </a:path>
                <a:path extrusionOk="0" h="315595" w="3042285">
                  <a:moveTo>
                    <a:pt x="3015996" y="281940"/>
                  </a:moveTo>
                  <a:lnTo>
                    <a:pt x="2950464" y="281940"/>
                  </a:lnTo>
                  <a:lnTo>
                    <a:pt x="2953512" y="245364"/>
                  </a:lnTo>
                  <a:lnTo>
                    <a:pt x="2935224" y="243840"/>
                  </a:lnTo>
                  <a:lnTo>
                    <a:pt x="2938272" y="208788"/>
                  </a:lnTo>
                  <a:lnTo>
                    <a:pt x="3041904" y="271272"/>
                  </a:lnTo>
                  <a:lnTo>
                    <a:pt x="3015996" y="281940"/>
                  </a:lnTo>
                  <a:close/>
                </a:path>
                <a:path extrusionOk="0" h="315595" w="3042285">
                  <a:moveTo>
                    <a:pt x="2950464" y="281940"/>
                  </a:moveTo>
                  <a:lnTo>
                    <a:pt x="2933700" y="280416"/>
                  </a:lnTo>
                  <a:lnTo>
                    <a:pt x="2935160" y="245364"/>
                  </a:lnTo>
                  <a:lnTo>
                    <a:pt x="2935224" y="243840"/>
                  </a:lnTo>
                  <a:lnTo>
                    <a:pt x="2953512" y="245364"/>
                  </a:lnTo>
                  <a:lnTo>
                    <a:pt x="2950464" y="281940"/>
                  </a:lnTo>
                  <a:close/>
                </a:path>
                <a:path extrusionOk="0" h="315595" w="3042285">
                  <a:moveTo>
                    <a:pt x="2930652" y="315468"/>
                  </a:moveTo>
                  <a:lnTo>
                    <a:pt x="2933700" y="280416"/>
                  </a:lnTo>
                  <a:lnTo>
                    <a:pt x="2950464" y="281940"/>
                  </a:lnTo>
                  <a:lnTo>
                    <a:pt x="3015996" y="281940"/>
                  </a:lnTo>
                  <a:lnTo>
                    <a:pt x="2930652" y="315468"/>
                  </a:lnTo>
                  <a:close/>
                </a:path>
              </a:pathLst>
            </a:custGeom>
            <a:solidFill>
              <a:srgbClr val="000000">
                <a:alpha val="3451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3"/>
            <p:cNvSpPr/>
            <p:nvPr/>
          </p:nvSpPr>
          <p:spPr>
            <a:xfrm>
              <a:off x="918971" y="1126236"/>
              <a:ext cx="3042285" cy="315595"/>
            </a:xfrm>
            <a:custGeom>
              <a:rect b="b" l="l" r="r" t="t"/>
              <a:pathLst>
                <a:path extrusionOk="0" h="315595" w="3042285">
                  <a:moveTo>
                    <a:pt x="2933700" y="280416"/>
                  </a:moveTo>
                  <a:lnTo>
                    <a:pt x="0" y="35052"/>
                  </a:lnTo>
                  <a:lnTo>
                    <a:pt x="1524" y="0"/>
                  </a:lnTo>
                  <a:lnTo>
                    <a:pt x="2935224" y="243840"/>
                  </a:lnTo>
                  <a:lnTo>
                    <a:pt x="2933700" y="280416"/>
                  </a:lnTo>
                  <a:close/>
                </a:path>
                <a:path extrusionOk="0" h="315595" w="3042285">
                  <a:moveTo>
                    <a:pt x="3015996" y="281940"/>
                  </a:moveTo>
                  <a:lnTo>
                    <a:pt x="2950464" y="281940"/>
                  </a:lnTo>
                  <a:lnTo>
                    <a:pt x="2953512" y="245364"/>
                  </a:lnTo>
                  <a:lnTo>
                    <a:pt x="2935224" y="243840"/>
                  </a:lnTo>
                  <a:lnTo>
                    <a:pt x="2938272" y="208788"/>
                  </a:lnTo>
                  <a:lnTo>
                    <a:pt x="3041904" y="271272"/>
                  </a:lnTo>
                  <a:lnTo>
                    <a:pt x="3015996" y="281940"/>
                  </a:lnTo>
                  <a:close/>
                </a:path>
                <a:path extrusionOk="0" h="315595" w="3042285">
                  <a:moveTo>
                    <a:pt x="2950464" y="281940"/>
                  </a:moveTo>
                  <a:lnTo>
                    <a:pt x="2933700" y="280416"/>
                  </a:lnTo>
                  <a:lnTo>
                    <a:pt x="2935160" y="245364"/>
                  </a:lnTo>
                  <a:lnTo>
                    <a:pt x="2935224" y="243840"/>
                  </a:lnTo>
                  <a:lnTo>
                    <a:pt x="2953512" y="245364"/>
                  </a:lnTo>
                  <a:lnTo>
                    <a:pt x="2950464" y="281940"/>
                  </a:lnTo>
                  <a:close/>
                </a:path>
                <a:path extrusionOk="0" h="315595" w="3042285">
                  <a:moveTo>
                    <a:pt x="2930652" y="315468"/>
                  </a:moveTo>
                  <a:lnTo>
                    <a:pt x="2933700" y="280416"/>
                  </a:lnTo>
                  <a:lnTo>
                    <a:pt x="2950464" y="281940"/>
                  </a:lnTo>
                  <a:lnTo>
                    <a:pt x="3015996" y="281940"/>
                  </a:lnTo>
                  <a:lnTo>
                    <a:pt x="2930652" y="315468"/>
                  </a:lnTo>
                  <a:close/>
                </a:path>
              </a:pathLst>
            </a:custGeom>
            <a:solidFill>
              <a:srgbClr val="F6954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3"/>
            <p:cNvSpPr/>
            <p:nvPr/>
          </p:nvSpPr>
          <p:spPr>
            <a:xfrm>
              <a:off x="897636" y="1149095"/>
              <a:ext cx="3065145" cy="822960"/>
            </a:xfrm>
            <a:custGeom>
              <a:rect b="b" l="l" r="r" t="t"/>
              <a:pathLst>
                <a:path extrusionOk="0" h="822960" w="3065145">
                  <a:moveTo>
                    <a:pt x="2956560" y="789431"/>
                  </a:moveTo>
                  <a:lnTo>
                    <a:pt x="0" y="33527"/>
                  </a:lnTo>
                  <a:lnTo>
                    <a:pt x="9143" y="0"/>
                  </a:lnTo>
                  <a:lnTo>
                    <a:pt x="2964180" y="754379"/>
                  </a:lnTo>
                  <a:lnTo>
                    <a:pt x="2956560" y="789431"/>
                  </a:lnTo>
                  <a:close/>
                </a:path>
                <a:path extrusionOk="0" h="822960" w="3065145">
                  <a:moveTo>
                    <a:pt x="3058668" y="794003"/>
                  </a:moveTo>
                  <a:lnTo>
                    <a:pt x="2973324" y="794003"/>
                  </a:lnTo>
                  <a:lnTo>
                    <a:pt x="2982468" y="758951"/>
                  </a:lnTo>
                  <a:lnTo>
                    <a:pt x="2964180" y="754379"/>
                  </a:lnTo>
                  <a:lnTo>
                    <a:pt x="2973324" y="719327"/>
                  </a:lnTo>
                  <a:lnTo>
                    <a:pt x="3058668" y="794003"/>
                  </a:lnTo>
                  <a:close/>
                </a:path>
                <a:path extrusionOk="0" h="822960" w="3065145">
                  <a:moveTo>
                    <a:pt x="2973324" y="794003"/>
                  </a:moveTo>
                  <a:lnTo>
                    <a:pt x="2956560" y="789431"/>
                  </a:lnTo>
                  <a:lnTo>
                    <a:pt x="2964180" y="754379"/>
                  </a:lnTo>
                  <a:lnTo>
                    <a:pt x="2982468" y="758951"/>
                  </a:lnTo>
                  <a:lnTo>
                    <a:pt x="2973324" y="794003"/>
                  </a:lnTo>
                  <a:close/>
                </a:path>
                <a:path extrusionOk="0" h="822960" w="3065145">
                  <a:moveTo>
                    <a:pt x="2947416" y="822959"/>
                  </a:moveTo>
                  <a:lnTo>
                    <a:pt x="2956560" y="789431"/>
                  </a:lnTo>
                  <a:lnTo>
                    <a:pt x="2973324" y="794003"/>
                  </a:lnTo>
                  <a:lnTo>
                    <a:pt x="3058668" y="794003"/>
                  </a:lnTo>
                  <a:lnTo>
                    <a:pt x="3064764" y="798575"/>
                  </a:lnTo>
                  <a:lnTo>
                    <a:pt x="2947416" y="822959"/>
                  </a:lnTo>
                  <a:close/>
                </a:path>
              </a:pathLst>
            </a:custGeom>
            <a:solidFill>
              <a:srgbClr val="000000">
                <a:alpha val="3451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3"/>
            <p:cNvSpPr/>
            <p:nvPr/>
          </p:nvSpPr>
          <p:spPr>
            <a:xfrm>
              <a:off x="897636" y="1126236"/>
              <a:ext cx="3065145" cy="824865"/>
            </a:xfrm>
            <a:custGeom>
              <a:rect b="b" l="l" r="r" t="t"/>
              <a:pathLst>
                <a:path extrusionOk="0" h="824865" w="3065145">
                  <a:moveTo>
                    <a:pt x="2956560" y="789431"/>
                  </a:moveTo>
                  <a:lnTo>
                    <a:pt x="0" y="35052"/>
                  </a:lnTo>
                  <a:lnTo>
                    <a:pt x="9143" y="0"/>
                  </a:lnTo>
                  <a:lnTo>
                    <a:pt x="2964180" y="755903"/>
                  </a:lnTo>
                  <a:lnTo>
                    <a:pt x="2956560" y="789431"/>
                  </a:lnTo>
                  <a:close/>
                </a:path>
                <a:path extrusionOk="0" h="824865" w="3065145">
                  <a:moveTo>
                    <a:pt x="3058668" y="794003"/>
                  </a:moveTo>
                  <a:lnTo>
                    <a:pt x="2973324" y="794003"/>
                  </a:lnTo>
                  <a:lnTo>
                    <a:pt x="2982468" y="760475"/>
                  </a:lnTo>
                  <a:lnTo>
                    <a:pt x="2964180" y="755903"/>
                  </a:lnTo>
                  <a:lnTo>
                    <a:pt x="2973324" y="720851"/>
                  </a:lnTo>
                  <a:lnTo>
                    <a:pt x="3058668" y="794003"/>
                  </a:lnTo>
                  <a:close/>
                </a:path>
                <a:path extrusionOk="0" h="824865" w="3065145">
                  <a:moveTo>
                    <a:pt x="2973324" y="794003"/>
                  </a:moveTo>
                  <a:lnTo>
                    <a:pt x="2956560" y="789431"/>
                  </a:lnTo>
                  <a:lnTo>
                    <a:pt x="2964180" y="755903"/>
                  </a:lnTo>
                  <a:lnTo>
                    <a:pt x="2982468" y="760475"/>
                  </a:lnTo>
                  <a:lnTo>
                    <a:pt x="2973324" y="794003"/>
                  </a:lnTo>
                  <a:close/>
                </a:path>
                <a:path extrusionOk="0" h="824865" w="3065145">
                  <a:moveTo>
                    <a:pt x="2947416" y="824483"/>
                  </a:moveTo>
                  <a:lnTo>
                    <a:pt x="2956560" y="789431"/>
                  </a:lnTo>
                  <a:lnTo>
                    <a:pt x="2973324" y="794003"/>
                  </a:lnTo>
                  <a:lnTo>
                    <a:pt x="3058668" y="794003"/>
                  </a:lnTo>
                  <a:lnTo>
                    <a:pt x="3064764" y="798575"/>
                  </a:lnTo>
                  <a:lnTo>
                    <a:pt x="2947416" y="824483"/>
                  </a:lnTo>
                  <a:close/>
                </a:path>
              </a:pathLst>
            </a:custGeom>
            <a:solidFill>
              <a:srgbClr val="F6954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3"/>
            <p:cNvSpPr/>
            <p:nvPr/>
          </p:nvSpPr>
          <p:spPr>
            <a:xfrm>
              <a:off x="894587" y="1149095"/>
              <a:ext cx="3068320" cy="1257300"/>
            </a:xfrm>
            <a:custGeom>
              <a:rect b="b" l="l" r="r" t="t"/>
              <a:pathLst>
                <a:path extrusionOk="0" h="1257300" w="3068320">
                  <a:moveTo>
                    <a:pt x="2961132" y="1225296"/>
                  </a:moveTo>
                  <a:lnTo>
                    <a:pt x="0" y="33527"/>
                  </a:lnTo>
                  <a:lnTo>
                    <a:pt x="13716" y="0"/>
                  </a:lnTo>
                  <a:lnTo>
                    <a:pt x="2974848" y="1191768"/>
                  </a:lnTo>
                  <a:lnTo>
                    <a:pt x="2961132" y="1225296"/>
                  </a:lnTo>
                  <a:close/>
                </a:path>
                <a:path extrusionOk="0" h="1257300" w="3068320">
                  <a:moveTo>
                    <a:pt x="3052572" y="1231392"/>
                  </a:moveTo>
                  <a:lnTo>
                    <a:pt x="2977896" y="1231392"/>
                  </a:lnTo>
                  <a:lnTo>
                    <a:pt x="2991612" y="1197864"/>
                  </a:lnTo>
                  <a:lnTo>
                    <a:pt x="2974848" y="1191768"/>
                  </a:lnTo>
                  <a:lnTo>
                    <a:pt x="2987040" y="1158240"/>
                  </a:lnTo>
                  <a:lnTo>
                    <a:pt x="3052572" y="1231392"/>
                  </a:lnTo>
                  <a:close/>
                </a:path>
                <a:path extrusionOk="0" h="1257300" w="3068320">
                  <a:moveTo>
                    <a:pt x="2977896" y="1231392"/>
                  </a:moveTo>
                  <a:lnTo>
                    <a:pt x="2961132" y="1225296"/>
                  </a:lnTo>
                  <a:lnTo>
                    <a:pt x="2974848" y="1191768"/>
                  </a:lnTo>
                  <a:lnTo>
                    <a:pt x="2991612" y="1197864"/>
                  </a:lnTo>
                  <a:lnTo>
                    <a:pt x="2977896" y="1231392"/>
                  </a:lnTo>
                  <a:close/>
                </a:path>
                <a:path extrusionOk="0" h="1257300" w="3068320">
                  <a:moveTo>
                    <a:pt x="2947416" y="1257300"/>
                  </a:moveTo>
                  <a:lnTo>
                    <a:pt x="2961132" y="1225296"/>
                  </a:lnTo>
                  <a:lnTo>
                    <a:pt x="2977896" y="1231392"/>
                  </a:lnTo>
                  <a:lnTo>
                    <a:pt x="3052572" y="1231392"/>
                  </a:lnTo>
                  <a:lnTo>
                    <a:pt x="3067812" y="1248156"/>
                  </a:lnTo>
                  <a:lnTo>
                    <a:pt x="2947416" y="1257300"/>
                  </a:lnTo>
                  <a:close/>
                </a:path>
              </a:pathLst>
            </a:custGeom>
            <a:solidFill>
              <a:srgbClr val="000000">
                <a:alpha val="3451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3"/>
            <p:cNvSpPr/>
            <p:nvPr/>
          </p:nvSpPr>
          <p:spPr>
            <a:xfrm>
              <a:off x="894587" y="1127760"/>
              <a:ext cx="3068320" cy="1257300"/>
            </a:xfrm>
            <a:custGeom>
              <a:rect b="b" l="l" r="r" t="t"/>
              <a:pathLst>
                <a:path extrusionOk="0" h="1257300" w="3068320">
                  <a:moveTo>
                    <a:pt x="2961132" y="1223771"/>
                  </a:moveTo>
                  <a:lnTo>
                    <a:pt x="0" y="33527"/>
                  </a:lnTo>
                  <a:lnTo>
                    <a:pt x="13716" y="0"/>
                  </a:lnTo>
                  <a:lnTo>
                    <a:pt x="2974848" y="1190243"/>
                  </a:lnTo>
                  <a:lnTo>
                    <a:pt x="2961132" y="1223771"/>
                  </a:lnTo>
                  <a:close/>
                </a:path>
                <a:path extrusionOk="0" h="1257300" w="3068320">
                  <a:moveTo>
                    <a:pt x="3052572" y="1231391"/>
                  </a:moveTo>
                  <a:lnTo>
                    <a:pt x="2977896" y="1231391"/>
                  </a:lnTo>
                  <a:lnTo>
                    <a:pt x="2991612" y="1197863"/>
                  </a:lnTo>
                  <a:lnTo>
                    <a:pt x="2974848" y="1190243"/>
                  </a:lnTo>
                  <a:lnTo>
                    <a:pt x="2987040" y="1158239"/>
                  </a:lnTo>
                  <a:lnTo>
                    <a:pt x="3052572" y="1231391"/>
                  </a:lnTo>
                  <a:close/>
                </a:path>
                <a:path extrusionOk="0" h="1257300" w="3068320">
                  <a:moveTo>
                    <a:pt x="2977896" y="1231391"/>
                  </a:moveTo>
                  <a:lnTo>
                    <a:pt x="2961132" y="1223771"/>
                  </a:lnTo>
                  <a:lnTo>
                    <a:pt x="2974848" y="1190243"/>
                  </a:lnTo>
                  <a:lnTo>
                    <a:pt x="2991612" y="1197863"/>
                  </a:lnTo>
                  <a:lnTo>
                    <a:pt x="2977896" y="1231391"/>
                  </a:lnTo>
                  <a:close/>
                </a:path>
                <a:path extrusionOk="0" h="1257300" w="3068320">
                  <a:moveTo>
                    <a:pt x="2947416" y="1257299"/>
                  </a:moveTo>
                  <a:lnTo>
                    <a:pt x="2961132" y="1223771"/>
                  </a:lnTo>
                  <a:lnTo>
                    <a:pt x="2977896" y="1231391"/>
                  </a:lnTo>
                  <a:lnTo>
                    <a:pt x="3052572" y="1231391"/>
                  </a:lnTo>
                  <a:lnTo>
                    <a:pt x="3067812" y="1248155"/>
                  </a:lnTo>
                  <a:lnTo>
                    <a:pt x="2947416" y="1257299"/>
                  </a:lnTo>
                  <a:close/>
                </a:path>
              </a:pathLst>
            </a:custGeom>
            <a:solidFill>
              <a:srgbClr val="F6954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291" name="Google Shape;291;p3"/>
          <p:cNvPicPr preferRelativeResize="0"/>
          <p:nvPr/>
        </p:nvPicPr>
        <p:blipFill rotWithShape="1">
          <a:blip r:embed="rId7">
            <a:alphaModFix/>
          </a:blip>
          <a:srcRect b="0" l="0" r="0" t="0"/>
          <a:stretch/>
        </p:blipFill>
        <p:spPr>
          <a:xfrm>
            <a:off x="10115550" y="66675"/>
            <a:ext cx="1990726" cy="55811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96" name="Shape 296"/>
        <p:cNvGrpSpPr/>
        <p:nvPr/>
      </p:nvGrpSpPr>
      <p:grpSpPr>
        <a:xfrm>
          <a:off x="0" y="0"/>
          <a:ext cx="0" cy="0"/>
          <a:chOff x="0" y="0"/>
          <a:chExt cx="0" cy="0"/>
        </a:xfrm>
      </p:grpSpPr>
      <p:sp>
        <p:nvSpPr>
          <p:cNvPr id="297" name="Google Shape;297;p4"/>
          <p:cNvSpPr/>
          <p:nvPr>
            <p:ph idx="12" type="sldNum"/>
          </p:nvPr>
        </p:nvSpPr>
        <p:spPr>
          <a:xfrm>
            <a:off x="10758922" y="6217920"/>
            <a:ext cx="365700" cy="365700"/>
          </a:xfrm>
          <a:prstGeom prst="ellipse">
            <a:avLst/>
          </a:prstGeom>
          <a:solidFill>
            <a:srgbClr val="1D1D1D">
              <a:alpha val="69020"/>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sp>
        <p:nvSpPr>
          <p:cNvPr id="298" name="Google Shape;298;p4"/>
          <p:cNvSpPr txBox="1"/>
          <p:nvPr/>
        </p:nvSpPr>
        <p:spPr>
          <a:xfrm>
            <a:off x="477215" y="136479"/>
            <a:ext cx="10141200" cy="553968"/>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400"/>
              <a:buFont typeface="Arial"/>
              <a:buNone/>
            </a:pPr>
            <a:r>
              <a:rPr b="1" i="0" lang="en-IN" sz="2400" u="sng" cap="none" strike="noStrike">
                <a:solidFill>
                  <a:srgbClr val="000000"/>
                </a:solidFill>
                <a:latin typeface="Times New Roman"/>
                <a:ea typeface="Times New Roman"/>
                <a:cs typeface="Times New Roman"/>
                <a:sym typeface="Times New Roman"/>
              </a:rPr>
              <a:t>Use case Diagram</a:t>
            </a:r>
            <a:endParaRPr b="1" i="0" sz="3600" u="sng" cap="none" strike="noStrike">
              <a:solidFill>
                <a:schemeClr val="dk1"/>
              </a:solidFill>
              <a:latin typeface="Times New Roman"/>
              <a:ea typeface="Times New Roman"/>
              <a:cs typeface="Times New Roman"/>
              <a:sym typeface="Times New Roman"/>
            </a:endParaRPr>
          </a:p>
        </p:txBody>
      </p:sp>
      <p:sp>
        <p:nvSpPr>
          <p:cNvPr id="299" name="Google Shape;299;p4"/>
          <p:cNvSpPr/>
          <p:nvPr/>
        </p:nvSpPr>
        <p:spPr>
          <a:xfrm>
            <a:off x="277504" y="819610"/>
            <a:ext cx="6096000" cy="684803"/>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1000"/>
              <a:buFont typeface="Arial"/>
              <a:buChar char="·"/>
            </a:pPr>
            <a:r>
              <a:rPr b="1" i="0" lang="en-IN" sz="1600" u="none" cap="none" strike="noStrike">
                <a:solidFill>
                  <a:srgbClr val="000000"/>
                </a:solidFill>
                <a:latin typeface="Times New Roman"/>
                <a:ea typeface="Times New Roman"/>
                <a:cs typeface="Times New Roman"/>
                <a:sym typeface="Times New Roman"/>
              </a:rPr>
              <a:t>User case Diagram (User)</a:t>
            </a:r>
            <a:endParaRPr b="0" i="0" sz="1400" u="none" cap="none" strike="noStrike">
              <a:solidFill>
                <a:srgbClr val="000000"/>
              </a:solidFill>
              <a:latin typeface="Arial"/>
              <a:ea typeface="Arial"/>
              <a:cs typeface="Arial"/>
              <a:sym typeface="Arial"/>
            </a:endParaRPr>
          </a:p>
          <a:p>
            <a:pPr indent="-279400" lvl="0" marL="342900" marR="0" rtl="0" algn="l">
              <a:lnSpc>
                <a:spcPct val="100000"/>
              </a:lnSpc>
              <a:spcBef>
                <a:spcPts val="0"/>
              </a:spcBef>
              <a:spcAft>
                <a:spcPts val="0"/>
              </a:spcAft>
              <a:buClr>
                <a:srgbClr val="000000"/>
              </a:buClr>
              <a:buSzPts val="1000"/>
              <a:buFont typeface="Arial"/>
              <a:buNone/>
            </a:pPr>
            <a:r>
              <a:t/>
            </a:r>
            <a:endParaRPr b="0" i="0" sz="1200" u="sng"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050"/>
              <a:buFont typeface="Arial"/>
              <a:buNone/>
            </a:pPr>
            <a:r>
              <a:rPr b="1" i="0" lang="en-IN" sz="1050" u="none" cap="none" strike="noStrike">
                <a:solidFill>
                  <a:srgbClr val="000000"/>
                </a:solidFill>
                <a:latin typeface="Calibri"/>
                <a:ea typeface="Calibri"/>
                <a:cs typeface="Calibri"/>
                <a:sym typeface="Calibri"/>
              </a:rPr>
              <a:t> </a:t>
            </a:r>
            <a:endParaRPr b="0" i="0" sz="1600" u="none" cap="none" strike="noStrike">
              <a:solidFill>
                <a:srgbClr val="000000"/>
              </a:solidFill>
              <a:latin typeface="Times New Roman"/>
              <a:ea typeface="Times New Roman"/>
              <a:cs typeface="Times New Roman"/>
              <a:sym typeface="Times New Roman"/>
            </a:endParaRPr>
          </a:p>
        </p:txBody>
      </p:sp>
      <p:sp>
        <p:nvSpPr>
          <p:cNvPr id="300" name="Google Shape;300;p4"/>
          <p:cNvSpPr/>
          <p:nvPr/>
        </p:nvSpPr>
        <p:spPr>
          <a:xfrm>
            <a:off x="7573165" y="981192"/>
            <a:ext cx="263405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IN" sz="1600" u="none" cap="none" strike="noStrike">
                <a:solidFill>
                  <a:srgbClr val="000000"/>
                </a:solidFill>
                <a:latin typeface="Times New Roman"/>
                <a:ea typeface="Times New Roman"/>
                <a:cs typeface="Times New Roman"/>
                <a:sym typeface="Times New Roman"/>
              </a:rPr>
              <a:t>User case Diagram (Visitor)</a:t>
            </a:r>
            <a:endParaRPr b="0" i="0" sz="1600" u="none" cap="none" strike="noStrike">
              <a:solidFill>
                <a:srgbClr val="000000"/>
              </a:solidFill>
              <a:latin typeface="Times New Roman"/>
              <a:ea typeface="Times New Roman"/>
              <a:cs typeface="Times New Roman"/>
              <a:sym typeface="Times New Roman"/>
            </a:endParaRPr>
          </a:p>
        </p:txBody>
      </p:sp>
      <p:grpSp>
        <p:nvGrpSpPr>
          <p:cNvPr id="301" name="Google Shape;301;p4"/>
          <p:cNvGrpSpPr/>
          <p:nvPr/>
        </p:nvGrpSpPr>
        <p:grpSpPr>
          <a:xfrm>
            <a:off x="679078" y="1751665"/>
            <a:ext cx="5292851" cy="2590800"/>
            <a:chOff x="0" y="0"/>
            <a:chExt cx="5292851" cy="2590800"/>
          </a:xfrm>
        </p:grpSpPr>
        <p:pic>
          <p:nvPicPr>
            <p:cNvPr id="302" name="Google Shape;302;p4"/>
            <p:cNvPicPr preferRelativeResize="0"/>
            <p:nvPr/>
          </p:nvPicPr>
          <p:blipFill rotWithShape="1">
            <a:blip r:embed="rId3">
              <a:alphaModFix/>
            </a:blip>
            <a:srcRect b="0" l="0" r="0" t="0"/>
            <a:stretch/>
          </p:blipFill>
          <p:spPr>
            <a:xfrm>
              <a:off x="3913632" y="161543"/>
              <a:ext cx="1379219" cy="1475232"/>
            </a:xfrm>
            <a:prstGeom prst="rect">
              <a:avLst/>
            </a:prstGeom>
            <a:noFill/>
            <a:ln>
              <a:noFill/>
            </a:ln>
          </p:spPr>
        </p:pic>
        <p:pic>
          <p:nvPicPr>
            <p:cNvPr id="303" name="Google Shape;303;p4"/>
            <p:cNvPicPr preferRelativeResize="0"/>
            <p:nvPr/>
          </p:nvPicPr>
          <p:blipFill rotWithShape="1">
            <a:blip r:embed="rId4">
              <a:alphaModFix/>
            </a:blip>
            <a:srcRect b="0" l="0" r="0" t="0"/>
            <a:stretch/>
          </p:blipFill>
          <p:spPr>
            <a:xfrm>
              <a:off x="0" y="0"/>
              <a:ext cx="1011935" cy="2590800"/>
            </a:xfrm>
            <a:prstGeom prst="rect">
              <a:avLst/>
            </a:prstGeom>
            <a:noFill/>
            <a:ln>
              <a:noFill/>
            </a:ln>
          </p:spPr>
        </p:pic>
        <p:sp>
          <p:nvSpPr>
            <p:cNvPr id="304" name="Google Shape;304;p4"/>
            <p:cNvSpPr/>
            <p:nvPr/>
          </p:nvSpPr>
          <p:spPr>
            <a:xfrm>
              <a:off x="865631" y="393191"/>
              <a:ext cx="3080385" cy="830580"/>
            </a:xfrm>
            <a:custGeom>
              <a:rect b="b" l="l" r="r" t="t"/>
              <a:pathLst>
                <a:path extrusionOk="0" h="830580" w="3080385">
                  <a:moveTo>
                    <a:pt x="2971800" y="35052"/>
                  </a:moveTo>
                  <a:lnTo>
                    <a:pt x="2964180" y="0"/>
                  </a:lnTo>
                  <a:lnTo>
                    <a:pt x="3080004" y="24384"/>
                  </a:lnTo>
                  <a:lnTo>
                    <a:pt x="3073908" y="30480"/>
                  </a:lnTo>
                  <a:lnTo>
                    <a:pt x="2988564" y="30480"/>
                  </a:lnTo>
                  <a:lnTo>
                    <a:pt x="2971800" y="35052"/>
                  </a:lnTo>
                  <a:close/>
                </a:path>
                <a:path extrusionOk="0" h="830580" w="3080385">
                  <a:moveTo>
                    <a:pt x="2980944" y="68580"/>
                  </a:moveTo>
                  <a:lnTo>
                    <a:pt x="2971800" y="35052"/>
                  </a:lnTo>
                  <a:lnTo>
                    <a:pt x="2988564" y="30480"/>
                  </a:lnTo>
                  <a:lnTo>
                    <a:pt x="2999232" y="64008"/>
                  </a:lnTo>
                  <a:lnTo>
                    <a:pt x="2980944" y="68580"/>
                  </a:lnTo>
                  <a:close/>
                </a:path>
                <a:path extrusionOk="0" h="830580" w="3080385">
                  <a:moveTo>
                    <a:pt x="2988564" y="103632"/>
                  </a:moveTo>
                  <a:lnTo>
                    <a:pt x="2980944" y="68580"/>
                  </a:lnTo>
                  <a:lnTo>
                    <a:pt x="2999232" y="64008"/>
                  </a:lnTo>
                  <a:lnTo>
                    <a:pt x="2988564" y="30480"/>
                  </a:lnTo>
                  <a:lnTo>
                    <a:pt x="3073908" y="30480"/>
                  </a:lnTo>
                  <a:lnTo>
                    <a:pt x="2988564" y="103632"/>
                  </a:lnTo>
                  <a:close/>
                </a:path>
                <a:path extrusionOk="0" h="830580" w="3080385">
                  <a:moveTo>
                    <a:pt x="7619" y="830579"/>
                  </a:moveTo>
                  <a:lnTo>
                    <a:pt x="0" y="795527"/>
                  </a:lnTo>
                  <a:lnTo>
                    <a:pt x="2971800" y="35052"/>
                  </a:lnTo>
                  <a:lnTo>
                    <a:pt x="2980944" y="68580"/>
                  </a:lnTo>
                  <a:lnTo>
                    <a:pt x="7619" y="830579"/>
                  </a:lnTo>
                  <a:close/>
                </a:path>
              </a:pathLst>
            </a:custGeom>
            <a:solidFill>
              <a:srgbClr val="000000">
                <a:alpha val="3451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4"/>
            <p:cNvSpPr/>
            <p:nvPr/>
          </p:nvSpPr>
          <p:spPr>
            <a:xfrm>
              <a:off x="865631" y="371855"/>
              <a:ext cx="3080385" cy="830580"/>
            </a:xfrm>
            <a:custGeom>
              <a:rect b="b" l="l" r="r" t="t"/>
              <a:pathLst>
                <a:path extrusionOk="0" h="830580" w="3080385">
                  <a:moveTo>
                    <a:pt x="2971800" y="32004"/>
                  </a:moveTo>
                  <a:lnTo>
                    <a:pt x="2964180" y="0"/>
                  </a:lnTo>
                  <a:lnTo>
                    <a:pt x="3080004" y="24384"/>
                  </a:lnTo>
                  <a:lnTo>
                    <a:pt x="3075432" y="27432"/>
                  </a:lnTo>
                  <a:lnTo>
                    <a:pt x="2988564" y="27432"/>
                  </a:lnTo>
                  <a:lnTo>
                    <a:pt x="2971800" y="32004"/>
                  </a:lnTo>
                  <a:close/>
                </a:path>
                <a:path extrusionOk="0" h="830580" w="3080385">
                  <a:moveTo>
                    <a:pt x="2980944" y="68580"/>
                  </a:moveTo>
                  <a:lnTo>
                    <a:pt x="2971800" y="32004"/>
                  </a:lnTo>
                  <a:lnTo>
                    <a:pt x="2988564" y="27432"/>
                  </a:lnTo>
                  <a:lnTo>
                    <a:pt x="2999232" y="62484"/>
                  </a:lnTo>
                  <a:lnTo>
                    <a:pt x="2980944" y="68580"/>
                  </a:lnTo>
                  <a:close/>
                </a:path>
                <a:path extrusionOk="0" h="830580" w="3080385">
                  <a:moveTo>
                    <a:pt x="2988564" y="103632"/>
                  </a:moveTo>
                  <a:lnTo>
                    <a:pt x="2980944" y="68580"/>
                  </a:lnTo>
                  <a:lnTo>
                    <a:pt x="2999232" y="62484"/>
                  </a:lnTo>
                  <a:lnTo>
                    <a:pt x="2988564" y="27432"/>
                  </a:lnTo>
                  <a:lnTo>
                    <a:pt x="3075432" y="27432"/>
                  </a:lnTo>
                  <a:lnTo>
                    <a:pt x="2988564" y="103632"/>
                  </a:lnTo>
                  <a:close/>
                </a:path>
                <a:path extrusionOk="0" h="830580" w="3080385">
                  <a:moveTo>
                    <a:pt x="7619" y="830579"/>
                  </a:moveTo>
                  <a:lnTo>
                    <a:pt x="0" y="794004"/>
                  </a:lnTo>
                  <a:lnTo>
                    <a:pt x="2971800" y="32004"/>
                  </a:lnTo>
                  <a:lnTo>
                    <a:pt x="2980944" y="68580"/>
                  </a:lnTo>
                  <a:lnTo>
                    <a:pt x="7619" y="830579"/>
                  </a:lnTo>
                  <a:close/>
                </a:path>
              </a:pathLst>
            </a:custGeom>
            <a:solidFill>
              <a:srgbClr val="F6954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4"/>
            <p:cNvSpPr/>
            <p:nvPr/>
          </p:nvSpPr>
          <p:spPr>
            <a:xfrm>
              <a:off x="854963" y="909828"/>
              <a:ext cx="3060700" cy="312420"/>
            </a:xfrm>
            <a:custGeom>
              <a:rect b="b" l="l" r="r" t="t"/>
              <a:pathLst>
                <a:path extrusionOk="0" h="312420" w="3060700">
                  <a:moveTo>
                    <a:pt x="2953512" y="71628"/>
                  </a:moveTo>
                  <a:lnTo>
                    <a:pt x="2951988" y="35052"/>
                  </a:lnTo>
                  <a:lnTo>
                    <a:pt x="2948940" y="0"/>
                  </a:lnTo>
                  <a:lnTo>
                    <a:pt x="3034284" y="35052"/>
                  </a:lnTo>
                  <a:lnTo>
                    <a:pt x="2968752" y="35052"/>
                  </a:lnTo>
                  <a:lnTo>
                    <a:pt x="2971800" y="68580"/>
                  </a:lnTo>
                  <a:lnTo>
                    <a:pt x="2953512" y="71628"/>
                  </a:lnTo>
                  <a:close/>
                </a:path>
                <a:path extrusionOk="0" h="312420" w="3060700">
                  <a:moveTo>
                    <a:pt x="3048" y="312420"/>
                  </a:moveTo>
                  <a:lnTo>
                    <a:pt x="0" y="278892"/>
                  </a:lnTo>
                  <a:lnTo>
                    <a:pt x="2951988" y="35052"/>
                  </a:lnTo>
                  <a:lnTo>
                    <a:pt x="2953385" y="68580"/>
                  </a:lnTo>
                  <a:lnTo>
                    <a:pt x="2953512" y="71628"/>
                  </a:lnTo>
                  <a:lnTo>
                    <a:pt x="3048" y="312420"/>
                  </a:lnTo>
                  <a:close/>
                </a:path>
                <a:path extrusionOk="0" h="312420" w="3060700">
                  <a:moveTo>
                    <a:pt x="2956560" y="106680"/>
                  </a:moveTo>
                  <a:lnTo>
                    <a:pt x="2953512" y="71628"/>
                  </a:lnTo>
                  <a:lnTo>
                    <a:pt x="2971800" y="68580"/>
                  </a:lnTo>
                  <a:lnTo>
                    <a:pt x="2968752" y="35052"/>
                  </a:lnTo>
                  <a:lnTo>
                    <a:pt x="3034284" y="35052"/>
                  </a:lnTo>
                  <a:lnTo>
                    <a:pt x="3060192" y="45720"/>
                  </a:lnTo>
                  <a:lnTo>
                    <a:pt x="2956560" y="106680"/>
                  </a:lnTo>
                  <a:close/>
                </a:path>
              </a:pathLst>
            </a:custGeom>
            <a:solidFill>
              <a:srgbClr val="000000">
                <a:alpha val="3451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4"/>
            <p:cNvSpPr/>
            <p:nvPr/>
          </p:nvSpPr>
          <p:spPr>
            <a:xfrm>
              <a:off x="854963" y="888491"/>
              <a:ext cx="3060700" cy="314325"/>
            </a:xfrm>
            <a:custGeom>
              <a:rect b="b" l="l" r="r" t="t"/>
              <a:pathLst>
                <a:path extrusionOk="0" h="314325" w="3060700">
                  <a:moveTo>
                    <a:pt x="2951988" y="35052"/>
                  </a:moveTo>
                  <a:lnTo>
                    <a:pt x="2948940" y="0"/>
                  </a:lnTo>
                  <a:lnTo>
                    <a:pt x="3034284" y="33528"/>
                  </a:lnTo>
                  <a:lnTo>
                    <a:pt x="2968752" y="33528"/>
                  </a:lnTo>
                  <a:lnTo>
                    <a:pt x="2951988" y="35052"/>
                  </a:lnTo>
                  <a:close/>
                </a:path>
                <a:path extrusionOk="0" h="314325" w="3060700">
                  <a:moveTo>
                    <a:pt x="2953512" y="71628"/>
                  </a:moveTo>
                  <a:lnTo>
                    <a:pt x="2951988" y="35052"/>
                  </a:lnTo>
                  <a:lnTo>
                    <a:pt x="2968752" y="33528"/>
                  </a:lnTo>
                  <a:lnTo>
                    <a:pt x="2971800" y="70104"/>
                  </a:lnTo>
                  <a:lnTo>
                    <a:pt x="2953512" y="71628"/>
                  </a:lnTo>
                  <a:close/>
                </a:path>
                <a:path extrusionOk="0" h="314325" w="3060700">
                  <a:moveTo>
                    <a:pt x="2956560" y="106680"/>
                  </a:moveTo>
                  <a:lnTo>
                    <a:pt x="2953512" y="71628"/>
                  </a:lnTo>
                  <a:lnTo>
                    <a:pt x="2971800" y="70104"/>
                  </a:lnTo>
                  <a:lnTo>
                    <a:pt x="2968752" y="33528"/>
                  </a:lnTo>
                  <a:lnTo>
                    <a:pt x="3034284" y="33528"/>
                  </a:lnTo>
                  <a:lnTo>
                    <a:pt x="3060192" y="44196"/>
                  </a:lnTo>
                  <a:lnTo>
                    <a:pt x="2956560" y="106680"/>
                  </a:lnTo>
                  <a:close/>
                </a:path>
                <a:path extrusionOk="0" h="314325" w="3060700">
                  <a:moveTo>
                    <a:pt x="3048" y="313944"/>
                  </a:moveTo>
                  <a:lnTo>
                    <a:pt x="0" y="278892"/>
                  </a:lnTo>
                  <a:lnTo>
                    <a:pt x="2951988" y="35052"/>
                  </a:lnTo>
                  <a:lnTo>
                    <a:pt x="2953448" y="70104"/>
                  </a:lnTo>
                  <a:lnTo>
                    <a:pt x="2953512" y="71628"/>
                  </a:lnTo>
                  <a:lnTo>
                    <a:pt x="3048" y="313944"/>
                  </a:lnTo>
                  <a:close/>
                </a:path>
              </a:pathLst>
            </a:custGeom>
            <a:solidFill>
              <a:srgbClr val="F6954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4"/>
            <p:cNvSpPr/>
            <p:nvPr/>
          </p:nvSpPr>
          <p:spPr>
            <a:xfrm>
              <a:off x="867155" y="1188719"/>
              <a:ext cx="3080385" cy="334010"/>
            </a:xfrm>
            <a:custGeom>
              <a:rect b="b" l="l" r="r" t="t"/>
              <a:pathLst>
                <a:path extrusionOk="0" h="334010" w="3080385">
                  <a:moveTo>
                    <a:pt x="2970276" y="298704"/>
                  </a:moveTo>
                  <a:lnTo>
                    <a:pt x="0" y="35052"/>
                  </a:lnTo>
                  <a:lnTo>
                    <a:pt x="3048" y="0"/>
                  </a:lnTo>
                  <a:lnTo>
                    <a:pt x="2974848" y="263652"/>
                  </a:lnTo>
                  <a:lnTo>
                    <a:pt x="2970276" y="298704"/>
                  </a:lnTo>
                  <a:close/>
                </a:path>
                <a:path extrusionOk="0" h="334010" w="3080385">
                  <a:moveTo>
                    <a:pt x="3052572" y="300228"/>
                  </a:moveTo>
                  <a:lnTo>
                    <a:pt x="2988564" y="300228"/>
                  </a:lnTo>
                  <a:lnTo>
                    <a:pt x="2991612" y="265176"/>
                  </a:lnTo>
                  <a:lnTo>
                    <a:pt x="2974848" y="263652"/>
                  </a:lnTo>
                  <a:lnTo>
                    <a:pt x="2977896" y="227076"/>
                  </a:lnTo>
                  <a:lnTo>
                    <a:pt x="3080004" y="289560"/>
                  </a:lnTo>
                  <a:lnTo>
                    <a:pt x="3052572" y="300228"/>
                  </a:lnTo>
                  <a:close/>
                </a:path>
                <a:path extrusionOk="0" h="334010" w="3080385">
                  <a:moveTo>
                    <a:pt x="2988564" y="300228"/>
                  </a:moveTo>
                  <a:lnTo>
                    <a:pt x="2970276" y="298704"/>
                  </a:lnTo>
                  <a:lnTo>
                    <a:pt x="2974848" y="263652"/>
                  </a:lnTo>
                  <a:lnTo>
                    <a:pt x="2991612" y="265176"/>
                  </a:lnTo>
                  <a:lnTo>
                    <a:pt x="2988564" y="300228"/>
                  </a:lnTo>
                  <a:close/>
                </a:path>
                <a:path extrusionOk="0" h="334010" w="3080385">
                  <a:moveTo>
                    <a:pt x="2967228" y="333756"/>
                  </a:moveTo>
                  <a:lnTo>
                    <a:pt x="2970276" y="298704"/>
                  </a:lnTo>
                  <a:lnTo>
                    <a:pt x="2988564" y="300228"/>
                  </a:lnTo>
                  <a:lnTo>
                    <a:pt x="3052572" y="300228"/>
                  </a:lnTo>
                  <a:lnTo>
                    <a:pt x="2967228" y="333756"/>
                  </a:lnTo>
                  <a:close/>
                </a:path>
              </a:pathLst>
            </a:custGeom>
            <a:solidFill>
              <a:srgbClr val="000000">
                <a:alpha val="3451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4"/>
            <p:cNvSpPr/>
            <p:nvPr/>
          </p:nvSpPr>
          <p:spPr>
            <a:xfrm>
              <a:off x="867155" y="1167384"/>
              <a:ext cx="3080385" cy="334010"/>
            </a:xfrm>
            <a:custGeom>
              <a:rect b="b" l="l" r="r" t="t"/>
              <a:pathLst>
                <a:path extrusionOk="0" h="334010" w="3080385">
                  <a:moveTo>
                    <a:pt x="2970276" y="298704"/>
                  </a:moveTo>
                  <a:lnTo>
                    <a:pt x="0" y="35052"/>
                  </a:lnTo>
                  <a:lnTo>
                    <a:pt x="3048" y="0"/>
                  </a:lnTo>
                  <a:lnTo>
                    <a:pt x="2974848" y="262128"/>
                  </a:lnTo>
                  <a:lnTo>
                    <a:pt x="2970276" y="298704"/>
                  </a:lnTo>
                  <a:close/>
                </a:path>
                <a:path extrusionOk="0" h="334010" w="3080385">
                  <a:moveTo>
                    <a:pt x="3052572" y="300228"/>
                  </a:moveTo>
                  <a:lnTo>
                    <a:pt x="2988564" y="300228"/>
                  </a:lnTo>
                  <a:lnTo>
                    <a:pt x="2991612" y="263652"/>
                  </a:lnTo>
                  <a:lnTo>
                    <a:pt x="2974848" y="262128"/>
                  </a:lnTo>
                  <a:lnTo>
                    <a:pt x="2977896" y="227076"/>
                  </a:lnTo>
                  <a:lnTo>
                    <a:pt x="3080004" y="289560"/>
                  </a:lnTo>
                  <a:lnTo>
                    <a:pt x="3052572" y="300228"/>
                  </a:lnTo>
                  <a:close/>
                </a:path>
                <a:path extrusionOk="0" h="334010" w="3080385">
                  <a:moveTo>
                    <a:pt x="2988564" y="300228"/>
                  </a:moveTo>
                  <a:lnTo>
                    <a:pt x="2970276" y="298704"/>
                  </a:lnTo>
                  <a:lnTo>
                    <a:pt x="2974848" y="262128"/>
                  </a:lnTo>
                  <a:lnTo>
                    <a:pt x="2991612" y="263652"/>
                  </a:lnTo>
                  <a:lnTo>
                    <a:pt x="2988564" y="300228"/>
                  </a:lnTo>
                  <a:close/>
                </a:path>
                <a:path extrusionOk="0" h="334010" w="3080385">
                  <a:moveTo>
                    <a:pt x="2967228" y="333756"/>
                  </a:moveTo>
                  <a:lnTo>
                    <a:pt x="2970276" y="298704"/>
                  </a:lnTo>
                  <a:lnTo>
                    <a:pt x="2988564" y="300228"/>
                  </a:lnTo>
                  <a:lnTo>
                    <a:pt x="3052572" y="300228"/>
                  </a:lnTo>
                  <a:lnTo>
                    <a:pt x="2967228" y="333756"/>
                  </a:lnTo>
                  <a:close/>
                </a:path>
              </a:pathLst>
            </a:custGeom>
            <a:solidFill>
              <a:srgbClr val="F6954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0" name="Google Shape;310;p4"/>
          <p:cNvGrpSpPr/>
          <p:nvPr/>
        </p:nvGrpSpPr>
        <p:grpSpPr>
          <a:xfrm>
            <a:off x="6564572" y="1790654"/>
            <a:ext cx="4926843" cy="2590799"/>
            <a:chOff x="0" y="0"/>
            <a:chExt cx="5463538" cy="2590799"/>
          </a:xfrm>
        </p:grpSpPr>
        <p:pic>
          <p:nvPicPr>
            <p:cNvPr id="311" name="Google Shape;311;p4"/>
            <p:cNvPicPr preferRelativeResize="0"/>
            <p:nvPr/>
          </p:nvPicPr>
          <p:blipFill rotWithShape="1">
            <a:blip r:embed="rId5">
              <a:alphaModFix/>
            </a:blip>
            <a:srcRect b="0" l="0" r="0" t="0"/>
            <a:stretch/>
          </p:blipFill>
          <p:spPr>
            <a:xfrm>
              <a:off x="4084319" y="50292"/>
              <a:ext cx="1379219" cy="1438655"/>
            </a:xfrm>
            <a:prstGeom prst="rect">
              <a:avLst/>
            </a:prstGeom>
            <a:noFill/>
            <a:ln>
              <a:noFill/>
            </a:ln>
          </p:spPr>
        </p:pic>
        <p:sp>
          <p:nvSpPr>
            <p:cNvPr id="312" name="Google Shape;312;p4"/>
            <p:cNvSpPr/>
            <p:nvPr/>
          </p:nvSpPr>
          <p:spPr>
            <a:xfrm>
              <a:off x="1082039" y="230123"/>
              <a:ext cx="2993390" cy="881380"/>
            </a:xfrm>
            <a:custGeom>
              <a:rect b="b" l="l" r="r" t="t"/>
              <a:pathLst>
                <a:path extrusionOk="0" h="881380" w="2993390">
                  <a:moveTo>
                    <a:pt x="2884932" y="33528"/>
                  </a:moveTo>
                  <a:lnTo>
                    <a:pt x="2875788" y="0"/>
                  </a:lnTo>
                  <a:lnTo>
                    <a:pt x="2993136" y="21336"/>
                  </a:lnTo>
                  <a:lnTo>
                    <a:pt x="2985516" y="28956"/>
                  </a:lnTo>
                  <a:lnTo>
                    <a:pt x="2901696" y="28956"/>
                  </a:lnTo>
                  <a:lnTo>
                    <a:pt x="2884932" y="33528"/>
                  </a:lnTo>
                  <a:close/>
                </a:path>
                <a:path extrusionOk="0" h="881380" w="2993390">
                  <a:moveTo>
                    <a:pt x="2895600" y="68580"/>
                  </a:moveTo>
                  <a:lnTo>
                    <a:pt x="2884932" y="33528"/>
                  </a:lnTo>
                  <a:lnTo>
                    <a:pt x="2901696" y="28956"/>
                  </a:lnTo>
                  <a:lnTo>
                    <a:pt x="2912364" y="64008"/>
                  </a:lnTo>
                  <a:lnTo>
                    <a:pt x="2895600" y="68580"/>
                  </a:lnTo>
                  <a:close/>
                </a:path>
                <a:path extrusionOk="0" h="881380" w="2993390">
                  <a:moveTo>
                    <a:pt x="2904744" y="102108"/>
                  </a:moveTo>
                  <a:lnTo>
                    <a:pt x="2895600" y="68580"/>
                  </a:lnTo>
                  <a:lnTo>
                    <a:pt x="2912364" y="64008"/>
                  </a:lnTo>
                  <a:lnTo>
                    <a:pt x="2901696" y="28956"/>
                  </a:lnTo>
                  <a:lnTo>
                    <a:pt x="2985516" y="28956"/>
                  </a:lnTo>
                  <a:lnTo>
                    <a:pt x="2904744" y="102108"/>
                  </a:lnTo>
                  <a:close/>
                </a:path>
                <a:path extrusionOk="0" h="881380" w="2993390">
                  <a:moveTo>
                    <a:pt x="10667" y="880872"/>
                  </a:moveTo>
                  <a:lnTo>
                    <a:pt x="0" y="845820"/>
                  </a:lnTo>
                  <a:lnTo>
                    <a:pt x="2884932" y="33528"/>
                  </a:lnTo>
                  <a:lnTo>
                    <a:pt x="2895600" y="68580"/>
                  </a:lnTo>
                  <a:lnTo>
                    <a:pt x="10667" y="880872"/>
                  </a:lnTo>
                  <a:close/>
                </a:path>
              </a:pathLst>
            </a:custGeom>
            <a:solidFill>
              <a:srgbClr val="000000">
                <a:alpha val="3451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4"/>
            <p:cNvSpPr/>
            <p:nvPr/>
          </p:nvSpPr>
          <p:spPr>
            <a:xfrm>
              <a:off x="1082039" y="207264"/>
              <a:ext cx="2993390" cy="882650"/>
            </a:xfrm>
            <a:custGeom>
              <a:rect b="b" l="l" r="r" t="t"/>
              <a:pathLst>
                <a:path extrusionOk="0" h="882650" w="2993390">
                  <a:moveTo>
                    <a:pt x="2886456" y="35052"/>
                  </a:moveTo>
                  <a:lnTo>
                    <a:pt x="2875788" y="0"/>
                  </a:lnTo>
                  <a:lnTo>
                    <a:pt x="2993136" y="22860"/>
                  </a:lnTo>
                  <a:lnTo>
                    <a:pt x="2985516" y="30480"/>
                  </a:lnTo>
                  <a:lnTo>
                    <a:pt x="2901696" y="30480"/>
                  </a:lnTo>
                  <a:lnTo>
                    <a:pt x="2886456" y="35052"/>
                  </a:lnTo>
                  <a:close/>
                </a:path>
                <a:path extrusionOk="0" h="882650" w="2993390">
                  <a:moveTo>
                    <a:pt x="2895600" y="70104"/>
                  </a:moveTo>
                  <a:lnTo>
                    <a:pt x="2886456" y="35052"/>
                  </a:lnTo>
                  <a:lnTo>
                    <a:pt x="2901696" y="30480"/>
                  </a:lnTo>
                  <a:lnTo>
                    <a:pt x="2912364" y="64008"/>
                  </a:lnTo>
                  <a:lnTo>
                    <a:pt x="2895600" y="70104"/>
                  </a:lnTo>
                  <a:close/>
                </a:path>
                <a:path extrusionOk="0" h="882650" w="2993390">
                  <a:moveTo>
                    <a:pt x="2904744" y="103632"/>
                  </a:moveTo>
                  <a:lnTo>
                    <a:pt x="2895600" y="70104"/>
                  </a:lnTo>
                  <a:lnTo>
                    <a:pt x="2912364" y="64008"/>
                  </a:lnTo>
                  <a:lnTo>
                    <a:pt x="2901696" y="30480"/>
                  </a:lnTo>
                  <a:lnTo>
                    <a:pt x="2985516" y="30480"/>
                  </a:lnTo>
                  <a:lnTo>
                    <a:pt x="2904744" y="103632"/>
                  </a:lnTo>
                  <a:close/>
                </a:path>
                <a:path extrusionOk="0" h="882650" w="2993390">
                  <a:moveTo>
                    <a:pt x="10667" y="882396"/>
                  </a:moveTo>
                  <a:lnTo>
                    <a:pt x="0" y="847344"/>
                  </a:lnTo>
                  <a:lnTo>
                    <a:pt x="2886456" y="35052"/>
                  </a:lnTo>
                  <a:lnTo>
                    <a:pt x="2895600" y="70104"/>
                  </a:lnTo>
                  <a:lnTo>
                    <a:pt x="10667" y="882396"/>
                  </a:lnTo>
                  <a:close/>
                </a:path>
              </a:pathLst>
            </a:custGeom>
            <a:solidFill>
              <a:srgbClr val="F6954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14" name="Google Shape;314;p4"/>
            <p:cNvPicPr preferRelativeResize="0"/>
            <p:nvPr/>
          </p:nvPicPr>
          <p:blipFill rotWithShape="1">
            <a:blip r:embed="rId6">
              <a:alphaModFix/>
            </a:blip>
            <a:srcRect b="0" l="0" r="0" t="0"/>
            <a:stretch/>
          </p:blipFill>
          <p:spPr>
            <a:xfrm>
              <a:off x="0" y="0"/>
              <a:ext cx="1011935" cy="2590799"/>
            </a:xfrm>
            <a:prstGeom prst="rect">
              <a:avLst/>
            </a:prstGeom>
            <a:noFill/>
            <a:ln>
              <a:noFill/>
            </a:ln>
          </p:spPr>
        </p:pic>
        <p:sp>
          <p:nvSpPr>
            <p:cNvPr id="315" name="Google Shape;315;p4"/>
            <p:cNvSpPr/>
            <p:nvPr/>
          </p:nvSpPr>
          <p:spPr>
            <a:xfrm>
              <a:off x="1025651" y="751331"/>
              <a:ext cx="3060700" cy="360045"/>
            </a:xfrm>
            <a:custGeom>
              <a:rect b="b" l="l" r="r" t="t"/>
              <a:pathLst>
                <a:path extrusionOk="0" h="360045" w="3060700">
                  <a:moveTo>
                    <a:pt x="2951988" y="35052"/>
                  </a:moveTo>
                  <a:lnTo>
                    <a:pt x="2948940" y="0"/>
                  </a:lnTo>
                  <a:lnTo>
                    <a:pt x="3037332" y="33528"/>
                  </a:lnTo>
                  <a:lnTo>
                    <a:pt x="2968752" y="33528"/>
                  </a:lnTo>
                  <a:lnTo>
                    <a:pt x="2951988" y="35052"/>
                  </a:lnTo>
                  <a:close/>
                </a:path>
                <a:path extrusionOk="0" h="360045" w="3060700">
                  <a:moveTo>
                    <a:pt x="2955036" y="70104"/>
                  </a:moveTo>
                  <a:lnTo>
                    <a:pt x="2951988" y="35052"/>
                  </a:lnTo>
                  <a:lnTo>
                    <a:pt x="2968752" y="33528"/>
                  </a:lnTo>
                  <a:lnTo>
                    <a:pt x="2973324" y="68580"/>
                  </a:lnTo>
                  <a:lnTo>
                    <a:pt x="2955036" y="70104"/>
                  </a:lnTo>
                  <a:close/>
                </a:path>
                <a:path extrusionOk="0" h="360045" w="3060700">
                  <a:moveTo>
                    <a:pt x="2958084" y="106680"/>
                  </a:moveTo>
                  <a:lnTo>
                    <a:pt x="2955036" y="70104"/>
                  </a:lnTo>
                  <a:lnTo>
                    <a:pt x="2973324" y="68580"/>
                  </a:lnTo>
                  <a:lnTo>
                    <a:pt x="2968752" y="33528"/>
                  </a:lnTo>
                  <a:lnTo>
                    <a:pt x="3037332" y="33528"/>
                  </a:lnTo>
                  <a:lnTo>
                    <a:pt x="3060192" y="42672"/>
                  </a:lnTo>
                  <a:lnTo>
                    <a:pt x="2958084" y="106680"/>
                  </a:lnTo>
                  <a:close/>
                </a:path>
                <a:path extrusionOk="0" h="360045" w="3060700">
                  <a:moveTo>
                    <a:pt x="1524" y="359664"/>
                  </a:moveTo>
                  <a:lnTo>
                    <a:pt x="0" y="324612"/>
                  </a:lnTo>
                  <a:lnTo>
                    <a:pt x="2951988" y="35052"/>
                  </a:lnTo>
                  <a:lnTo>
                    <a:pt x="2955036" y="70104"/>
                  </a:lnTo>
                  <a:lnTo>
                    <a:pt x="1524" y="359664"/>
                  </a:lnTo>
                  <a:close/>
                </a:path>
              </a:pathLst>
            </a:custGeom>
            <a:solidFill>
              <a:srgbClr val="000000">
                <a:alpha val="3451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4"/>
            <p:cNvSpPr/>
            <p:nvPr/>
          </p:nvSpPr>
          <p:spPr>
            <a:xfrm>
              <a:off x="1025651" y="729996"/>
              <a:ext cx="3060700" cy="360045"/>
            </a:xfrm>
            <a:custGeom>
              <a:rect b="b" l="l" r="r" t="t"/>
              <a:pathLst>
                <a:path extrusionOk="0" h="360045" w="3060700">
                  <a:moveTo>
                    <a:pt x="2951988" y="35052"/>
                  </a:moveTo>
                  <a:lnTo>
                    <a:pt x="2948940" y="0"/>
                  </a:lnTo>
                  <a:lnTo>
                    <a:pt x="3037332" y="33528"/>
                  </a:lnTo>
                  <a:lnTo>
                    <a:pt x="2968752" y="33528"/>
                  </a:lnTo>
                  <a:lnTo>
                    <a:pt x="2951988" y="35052"/>
                  </a:lnTo>
                  <a:close/>
                </a:path>
                <a:path extrusionOk="0" h="360045" w="3060700">
                  <a:moveTo>
                    <a:pt x="2955036" y="70104"/>
                  </a:moveTo>
                  <a:lnTo>
                    <a:pt x="2951988" y="35052"/>
                  </a:lnTo>
                  <a:lnTo>
                    <a:pt x="2968752" y="33528"/>
                  </a:lnTo>
                  <a:lnTo>
                    <a:pt x="2973324" y="68580"/>
                  </a:lnTo>
                  <a:lnTo>
                    <a:pt x="2955036" y="70104"/>
                  </a:lnTo>
                  <a:close/>
                </a:path>
                <a:path extrusionOk="0" h="360045" w="3060700">
                  <a:moveTo>
                    <a:pt x="2958084" y="106680"/>
                  </a:moveTo>
                  <a:lnTo>
                    <a:pt x="2955036" y="70104"/>
                  </a:lnTo>
                  <a:lnTo>
                    <a:pt x="2973324" y="68580"/>
                  </a:lnTo>
                  <a:lnTo>
                    <a:pt x="2968752" y="33528"/>
                  </a:lnTo>
                  <a:lnTo>
                    <a:pt x="3037332" y="33528"/>
                  </a:lnTo>
                  <a:lnTo>
                    <a:pt x="3060192" y="42672"/>
                  </a:lnTo>
                  <a:lnTo>
                    <a:pt x="2958084" y="106680"/>
                  </a:lnTo>
                  <a:close/>
                </a:path>
                <a:path extrusionOk="0" h="360045" w="3060700">
                  <a:moveTo>
                    <a:pt x="1524" y="359664"/>
                  </a:moveTo>
                  <a:lnTo>
                    <a:pt x="0" y="324612"/>
                  </a:lnTo>
                  <a:lnTo>
                    <a:pt x="2951988" y="35052"/>
                  </a:lnTo>
                  <a:lnTo>
                    <a:pt x="2955036" y="70104"/>
                  </a:lnTo>
                  <a:lnTo>
                    <a:pt x="1524" y="359664"/>
                  </a:lnTo>
                  <a:close/>
                </a:path>
              </a:pathLst>
            </a:custGeom>
            <a:solidFill>
              <a:srgbClr val="F6954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4"/>
            <p:cNvSpPr/>
            <p:nvPr/>
          </p:nvSpPr>
          <p:spPr>
            <a:xfrm>
              <a:off x="1043939" y="1075944"/>
              <a:ext cx="3043555" cy="283845"/>
            </a:xfrm>
            <a:custGeom>
              <a:rect b="b" l="l" r="r" t="t"/>
              <a:pathLst>
                <a:path extrusionOk="0" h="283845" w="3043555">
                  <a:moveTo>
                    <a:pt x="2935224" y="246888"/>
                  </a:moveTo>
                  <a:lnTo>
                    <a:pt x="0" y="35052"/>
                  </a:lnTo>
                  <a:lnTo>
                    <a:pt x="3048" y="0"/>
                  </a:lnTo>
                  <a:lnTo>
                    <a:pt x="2936748" y="211836"/>
                  </a:lnTo>
                  <a:lnTo>
                    <a:pt x="2935224" y="246888"/>
                  </a:lnTo>
                  <a:close/>
                </a:path>
                <a:path extrusionOk="0" h="283845" w="3043555">
                  <a:moveTo>
                    <a:pt x="3017520" y="248412"/>
                  </a:moveTo>
                  <a:lnTo>
                    <a:pt x="2953512" y="248412"/>
                  </a:lnTo>
                  <a:lnTo>
                    <a:pt x="2955036" y="213360"/>
                  </a:lnTo>
                  <a:lnTo>
                    <a:pt x="2936748" y="211836"/>
                  </a:lnTo>
                  <a:lnTo>
                    <a:pt x="2939796" y="176784"/>
                  </a:lnTo>
                  <a:lnTo>
                    <a:pt x="3043428" y="237744"/>
                  </a:lnTo>
                  <a:lnTo>
                    <a:pt x="3017520" y="248412"/>
                  </a:lnTo>
                  <a:close/>
                </a:path>
                <a:path extrusionOk="0" h="283845" w="3043555">
                  <a:moveTo>
                    <a:pt x="2953512" y="248412"/>
                  </a:moveTo>
                  <a:lnTo>
                    <a:pt x="2935224" y="246888"/>
                  </a:lnTo>
                  <a:lnTo>
                    <a:pt x="2936681" y="213360"/>
                  </a:lnTo>
                  <a:lnTo>
                    <a:pt x="2936748" y="211836"/>
                  </a:lnTo>
                  <a:lnTo>
                    <a:pt x="2955036" y="213360"/>
                  </a:lnTo>
                  <a:lnTo>
                    <a:pt x="2953578" y="246888"/>
                  </a:lnTo>
                  <a:lnTo>
                    <a:pt x="2953512" y="248412"/>
                  </a:lnTo>
                  <a:close/>
                </a:path>
                <a:path extrusionOk="0" h="283845" w="3043555">
                  <a:moveTo>
                    <a:pt x="2932176" y="283464"/>
                  </a:moveTo>
                  <a:lnTo>
                    <a:pt x="2935224" y="246888"/>
                  </a:lnTo>
                  <a:lnTo>
                    <a:pt x="2953512" y="248412"/>
                  </a:lnTo>
                  <a:lnTo>
                    <a:pt x="3017520" y="248412"/>
                  </a:lnTo>
                  <a:lnTo>
                    <a:pt x="2932176" y="283464"/>
                  </a:lnTo>
                  <a:close/>
                </a:path>
              </a:pathLst>
            </a:custGeom>
            <a:solidFill>
              <a:srgbClr val="000000">
                <a:alpha val="3451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4"/>
            <p:cNvSpPr/>
            <p:nvPr/>
          </p:nvSpPr>
          <p:spPr>
            <a:xfrm>
              <a:off x="1043939" y="1054608"/>
              <a:ext cx="3043555" cy="283845"/>
            </a:xfrm>
            <a:custGeom>
              <a:rect b="b" l="l" r="r" t="t"/>
              <a:pathLst>
                <a:path extrusionOk="0" h="283845" w="3043555">
                  <a:moveTo>
                    <a:pt x="2935224" y="246888"/>
                  </a:moveTo>
                  <a:lnTo>
                    <a:pt x="0" y="35052"/>
                  </a:lnTo>
                  <a:lnTo>
                    <a:pt x="3048" y="0"/>
                  </a:lnTo>
                  <a:lnTo>
                    <a:pt x="2936748" y="211836"/>
                  </a:lnTo>
                  <a:lnTo>
                    <a:pt x="2935224" y="246888"/>
                  </a:lnTo>
                  <a:close/>
                </a:path>
                <a:path extrusionOk="0" h="283845" w="3043555">
                  <a:moveTo>
                    <a:pt x="3017520" y="248412"/>
                  </a:moveTo>
                  <a:lnTo>
                    <a:pt x="2953512" y="248412"/>
                  </a:lnTo>
                  <a:lnTo>
                    <a:pt x="2955036" y="213360"/>
                  </a:lnTo>
                  <a:lnTo>
                    <a:pt x="2936748" y="211836"/>
                  </a:lnTo>
                  <a:lnTo>
                    <a:pt x="2939796" y="175260"/>
                  </a:lnTo>
                  <a:lnTo>
                    <a:pt x="3043428" y="237744"/>
                  </a:lnTo>
                  <a:lnTo>
                    <a:pt x="3017520" y="248412"/>
                  </a:lnTo>
                  <a:close/>
                </a:path>
                <a:path extrusionOk="0" h="283845" w="3043555">
                  <a:moveTo>
                    <a:pt x="2953512" y="248412"/>
                  </a:moveTo>
                  <a:lnTo>
                    <a:pt x="2935224" y="246888"/>
                  </a:lnTo>
                  <a:lnTo>
                    <a:pt x="2936681" y="213360"/>
                  </a:lnTo>
                  <a:lnTo>
                    <a:pt x="2936748" y="211836"/>
                  </a:lnTo>
                  <a:lnTo>
                    <a:pt x="2955036" y="213360"/>
                  </a:lnTo>
                  <a:lnTo>
                    <a:pt x="2953578" y="246888"/>
                  </a:lnTo>
                  <a:lnTo>
                    <a:pt x="2953512" y="248412"/>
                  </a:lnTo>
                  <a:close/>
                </a:path>
                <a:path extrusionOk="0" h="283845" w="3043555">
                  <a:moveTo>
                    <a:pt x="2932176" y="283464"/>
                  </a:moveTo>
                  <a:lnTo>
                    <a:pt x="2935224" y="246888"/>
                  </a:lnTo>
                  <a:lnTo>
                    <a:pt x="2953512" y="248412"/>
                  </a:lnTo>
                  <a:lnTo>
                    <a:pt x="3017520" y="248412"/>
                  </a:lnTo>
                  <a:lnTo>
                    <a:pt x="2932176" y="283464"/>
                  </a:lnTo>
                  <a:close/>
                </a:path>
              </a:pathLst>
            </a:custGeom>
            <a:solidFill>
              <a:srgbClr val="F6954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319" name="Google Shape;319;p4"/>
          <p:cNvPicPr preferRelativeResize="0"/>
          <p:nvPr/>
        </p:nvPicPr>
        <p:blipFill rotWithShape="1">
          <a:blip r:embed="rId7">
            <a:alphaModFix/>
          </a:blip>
          <a:srcRect b="0" l="0" r="0" t="0"/>
          <a:stretch/>
        </p:blipFill>
        <p:spPr>
          <a:xfrm>
            <a:off x="10115550" y="66675"/>
            <a:ext cx="1990726" cy="55811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24" name="Shape 324"/>
        <p:cNvGrpSpPr/>
        <p:nvPr/>
      </p:nvGrpSpPr>
      <p:grpSpPr>
        <a:xfrm>
          <a:off x="0" y="0"/>
          <a:ext cx="0" cy="0"/>
          <a:chOff x="0" y="0"/>
          <a:chExt cx="0" cy="0"/>
        </a:xfrm>
      </p:grpSpPr>
      <p:sp>
        <p:nvSpPr>
          <p:cNvPr id="325" name="Google Shape;325;g3346804e54d_0_39"/>
          <p:cNvSpPr/>
          <p:nvPr>
            <p:ph idx="12" type="sldNum"/>
          </p:nvPr>
        </p:nvSpPr>
        <p:spPr>
          <a:xfrm>
            <a:off x="10758922" y="6217920"/>
            <a:ext cx="365700" cy="365700"/>
          </a:xfrm>
          <a:prstGeom prst="ellipse">
            <a:avLst/>
          </a:prstGeom>
          <a:solidFill>
            <a:srgbClr val="1D1D1D">
              <a:alpha val="69020"/>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sp>
        <p:nvSpPr>
          <p:cNvPr id="326" name="Google Shape;326;g3346804e54d_0_39"/>
          <p:cNvSpPr txBox="1"/>
          <p:nvPr/>
        </p:nvSpPr>
        <p:spPr>
          <a:xfrm>
            <a:off x="0" y="0"/>
            <a:ext cx="103041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1" i="0" lang="en-IN" sz="2000" u="sng" cap="none" strike="noStrike">
                <a:solidFill>
                  <a:schemeClr val="dk1"/>
                </a:solidFill>
                <a:latin typeface="Times New Roman"/>
                <a:ea typeface="Times New Roman"/>
                <a:cs typeface="Times New Roman"/>
                <a:sym typeface="Times New Roman"/>
              </a:rPr>
              <a:t>9. DATA  DICTIONARY</a:t>
            </a:r>
            <a:endParaRPr b="0" i="0" sz="2000" u="none" cap="none" strike="noStrike">
              <a:solidFill>
                <a:schemeClr val="dk1"/>
              </a:solidFill>
              <a:latin typeface="Calibri"/>
              <a:ea typeface="Calibri"/>
              <a:cs typeface="Calibri"/>
              <a:sym typeface="Calibri"/>
            </a:endParaRPr>
          </a:p>
        </p:txBody>
      </p:sp>
      <p:sp>
        <p:nvSpPr>
          <p:cNvPr id="327" name="Google Shape;327;g3346804e54d_0_39"/>
          <p:cNvSpPr txBox="1"/>
          <p:nvPr/>
        </p:nvSpPr>
        <p:spPr>
          <a:xfrm>
            <a:off x="437300" y="986750"/>
            <a:ext cx="3000000" cy="461700"/>
          </a:xfrm>
          <a:prstGeom prst="rect">
            <a:avLst/>
          </a:prstGeom>
          <a:noFill/>
          <a:ln>
            <a:noFill/>
          </a:ln>
        </p:spPr>
        <p:txBody>
          <a:bodyPr anchorCtr="0" anchor="t" bIns="91425" lIns="91425" spcFirstLastPara="1" rIns="91425" wrap="square" tIns="91425">
            <a:spAutoFit/>
          </a:bodyPr>
          <a:lstStyle/>
          <a:p>
            <a:pPr indent="-285750" lvl="0" marL="285750" marR="0" rtl="0" algn="l">
              <a:lnSpc>
                <a:spcPct val="100000"/>
              </a:lnSpc>
              <a:spcBef>
                <a:spcPts val="0"/>
              </a:spcBef>
              <a:spcAft>
                <a:spcPts val="0"/>
              </a:spcAft>
              <a:buClr>
                <a:schemeClr val="dk1"/>
              </a:buClr>
              <a:buSzPts val="1800"/>
              <a:buFont typeface="Noto Sans Symbols"/>
              <a:buChar char="❖"/>
            </a:pPr>
            <a:r>
              <a:rPr b="1" i="0" lang="en-IN" sz="1800" u="none" cap="none" strike="noStrike">
                <a:solidFill>
                  <a:schemeClr val="dk1"/>
                </a:solidFill>
                <a:latin typeface="Times New Roman"/>
                <a:ea typeface="Times New Roman"/>
                <a:cs typeface="Times New Roman"/>
                <a:sym typeface="Times New Roman"/>
              </a:rPr>
              <a:t> </a:t>
            </a:r>
            <a:r>
              <a:rPr b="1" i="0" lang="en-IN" sz="1800" u="sng" cap="none" strike="noStrike">
                <a:solidFill>
                  <a:schemeClr val="dk1"/>
                </a:solidFill>
                <a:latin typeface="Times New Roman"/>
                <a:ea typeface="Times New Roman"/>
                <a:cs typeface="Times New Roman"/>
                <a:sym typeface="Times New Roman"/>
              </a:rPr>
              <a:t>TABLE NAME</a:t>
            </a:r>
            <a:endParaRPr b="0" i="0" sz="1400" u="none" cap="none" strike="noStrike">
              <a:solidFill>
                <a:srgbClr val="000000"/>
              </a:solidFill>
              <a:latin typeface="Arial"/>
              <a:ea typeface="Arial"/>
              <a:cs typeface="Arial"/>
              <a:sym typeface="Arial"/>
            </a:endParaRPr>
          </a:p>
        </p:txBody>
      </p:sp>
      <p:sp>
        <p:nvSpPr>
          <p:cNvPr id="328" name="Google Shape;328;g3346804e54d_0_39"/>
          <p:cNvSpPr txBox="1"/>
          <p:nvPr/>
        </p:nvSpPr>
        <p:spPr>
          <a:xfrm>
            <a:off x="884850" y="1610602"/>
            <a:ext cx="8534400" cy="3170058"/>
          </a:xfrm>
          <a:prstGeom prst="rect">
            <a:avLst/>
          </a:prstGeom>
          <a:noFill/>
          <a:ln>
            <a:noFill/>
          </a:ln>
        </p:spPr>
        <p:txBody>
          <a:bodyPr anchorCtr="0" anchor="t" bIns="45700" lIns="91425" spcFirstLastPara="1" rIns="91425" wrap="square" tIns="45700">
            <a:spAutoFit/>
          </a:bodyPr>
          <a:lstStyle/>
          <a:p>
            <a:pPr indent="-342900" lvl="0" marL="342900" marR="0" rtl="0" algn="l">
              <a:lnSpc>
                <a:spcPct val="150000"/>
              </a:lnSpc>
              <a:spcBef>
                <a:spcPts val="0"/>
              </a:spcBef>
              <a:spcAft>
                <a:spcPts val="0"/>
              </a:spcAft>
              <a:buClr>
                <a:srgbClr val="000000"/>
              </a:buClr>
              <a:buSzPts val="1600"/>
              <a:buFont typeface="Calibri"/>
              <a:buAutoNum type="arabicParenR"/>
            </a:pPr>
            <a:r>
              <a:rPr b="0" i="0" lang="en-IN" sz="1600" u="none" cap="none" strike="noStrike">
                <a:solidFill>
                  <a:srgbClr val="000000"/>
                </a:solidFill>
                <a:latin typeface="Times New Roman"/>
                <a:ea typeface="Times New Roman"/>
                <a:cs typeface="Times New Roman"/>
                <a:sym typeface="Times New Roman"/>
              </a:rPr>
              <a:t>Admin</a:t>
            </a:r>
            <a:endParaRPr b="0" i="0" sz="1400" u="none" cap="none" strike="noStrike">
              <a:solidFill>
                <a:srgbClr val="000000"/>
              </a:solidFill>
              <a:latin typeface="Arial"/>
              <a:ea typeface="Arial"/>
              <a:cs typeface="Arial"/>
              <a:sym typeface="Arial"/>
            </a:endParaRPr>
          </a:p>
          <a:p>
            <a:pPr indent="-342900" lvl="0" marL="342900" marR="0" rtl="0" algn="l">
              <a:lnSpc>
                <a:spcPct val="150000"/>
              </a:lnSpc>
              <a:spcBef>
                <a:spcPts val="0"/>
              </a:spcBef>
              <a:spcAft>
                <a:spcPts val="0"/>
              </a:spcAft>
              <a:buClr>
                <a:srgbClr val="000000"/>
              </a:buClr>
              <a:buSzPts val="1600"/>
              <a:buFont typeface="Calibri"/>
              <a:buAutoNum type="arabicParenR"/>
            </a:pPr>
            <a:r>
              <a:rPr b="0" i="0" lang="en-IN" sz="1600" u="none" cap="none" strike="noStrike">
                <a:solidFill>
                  <a:srgbClr val="000000"/>
                </a:solidFill>
                <a:latin typeface="Times New Roman"/>
                <a:ea typeface="Times New Roman"/>
                <a:cs typeface="Times New Roman"/>
                <a:sym typeface="Times New Roman"/>
              </a:rPr>
              <a:t>Apply</a:t>
            </a:r>
            <a:endParaRPr b="0" i="0" sz="1400" u="none" cap="none" strike="noStrike">
              <a:solidFill>
                <a:srgbClr val="000000"/>
              </a:solidFill>
              <a:latin typeface="Arial"/>
              <a:ea typeface="Arial"/>
              <a:cs typeface="Arial"/>
              <a:sym typeface="Arial"/>
            </a:endParaRPr>
          </a:p>
          <a:p>
            <a:pPr indent="-342900" lvl="0" marL="342900" marR="0" rtl="0" algn="l">
              <a:lnSpc>
                <a:spcPct val="150000"/>
              </a:lnSpc>
              <a:spcBef>
                <a:spcPts val="0"/>
              </a:spcBef>
              <a:spcAft>
                <a:spcPts val="0"/>
              </a:spcAft>
              <a:buClr>
                <a:srgbClr val="000000"/>
              </a:buClr>
              <a:buSzPts val="1600"/>
              <a:buFont typeface="Calibri"/>
              <a:buAutoNum type="arabicParenR"/>
            </a:pPr>
            <a:r>
              <a:rPr b="0" i="0" lang="en-IN" sz="1600" u="none" cap="none" strike="noStrike">
                <a:solidFill>
                  <a:srgbClr val="000000"/>
                </a:solidFill>
                <a:latin typeface="Times New Roman"/>
                <a:ea typeface="Times New Roman"/>
                <a:cs typeface="Times New Roman"/>
                <a:sym typeface="Times New Roman"/>
              </a:rPr>
              <a:t>My resume</a:t>
            </a:r>
            <a:endParaRPr b="0" i="0" sz="1400" u="none" cap="none" strike="noStrike">
              <a:solidFill>
                <a:srgbClr val="000000"/>
              </a:solidFill>
              <a:latin typeface="Arial"/>
              <a:ea typeface="Arial"/>
              <a:cs typeface="Arial"/>
              <a:sym typeface="Arial"/>
            </a:endParaRPr>
          </a:p>
          <a:p>
            <a:pPr indent="-342900" lvl="0" marL="342900" marR="0" rtl="0" algn="l">
              <a:lnSpc>
                <a:spcPct val="150000"/>
              </a:lnSpc>
              <a:spcBef>
                <a:spcPts val="0"/>
              </a:spcBef>
              <a:spcAft>
                <a:spcPts val="0"/>
              </a:spcAft>
              <a:buClr>
                <a:srgbClr val="000000"/>
              </a:buClr>
              <a:buSzPts val="1600"/>
              <a:buFont typeface="Calibri"/>
              <a:buAutoNum type="arabicParenR"/>
            </a:pPr>
            <a:r>
              <a:rPr b="0" i="0" lang="en-IN" sz="1600" u="none" cap="none" strike="noStrike">
                <a:solidFill>
                  <a:srgbClr val="000000"/>
                </a:solidFill>
                <a:latin typeface="Times New Roman"/>
                <a:ea typeface="Times New Roman"/>
                <a:cs typeface="Times New Roman"/>
                <a:sym typeface="Times New Roman"/>
              </a:rPr>
              <a:t>User resume</a:t>
            </a:r>
            <a:endParaRPr b="0" i="0" sz="1400" u="none" cap="none" strike="noStrike">
              <a:solidFill>
                <a:srgbClr val="000000"/>
              </a:solidFill>
              <a:latin typeface="Arial"/>
              <a:ea typeface="Arial"/>
              <a:cs typeface="Arial"/>
              <a:sym typeface="Arial"/>
            </a:endParaRPr>
          </a:p>
          <a:p>
            <a:pPr indent="-342900" lvl="0" marL="342900" marR="0" rtl="0" algn="l">
              <a:lnSpc>
                <a:spcPct val="150000"/>
              </a:lnSpc>
              <a:spcBef>
                <a:spcPts val="0"/>
              </a:spcBef>
              <a:spcAft>
                <a:spcPts val="0"/>
              </a:spcAft>
              <a:buClr>
                <a:srgbClr val="000000"/>
              </a:buClr>
              <a:buSzPts val="1600"/>
              <a:buFont typeface="Calibri"/>
              <a:buAutoNum type="arabicParenR"/>
            </a:pPr>
            <a:r>
              <a:rPr b="0" i="0" lang="en-IN" sz="1600" u="none" cap="none" strike="noStrike">
                <a:solidFill>
                  <a:srgbClr val="000000"/>
                </a:solidFill>
                <a:latin typeface="Times New Roman"/>
                <a:ea typeface="Times New Roman"/>
                <a:cs typeface="Times New Roman"/>
                <a:sym typeface="Times New Roman"/>
              </a:rPr>
              <a:t>Company </a:t>
            </a:r>
            <a:endParaRPr b="0" i="0" sz="1400" u="none" cap="none" strike="noStrike">
              <a:solidFill>
                <a:srgbClr val="000000"/>
              </a:solidFill>
              <a:latin typeface="Arial"/>
              <a:ea typeface="Arial"/>
              <a:cs typeface="Arial"/>
              <a:sym typeface="Arial"/>
            </a:endParaRPr>
          </a:p>
          <a:p>
            <a:pPr indent="-342900" lvl="0" marL="342900" marR="0" rtl="0" algn="l">
              <a:lnSpc>
                <a:spcPct val="150000"/>
              </a:lnSpc>
              <a:spcBef>
                <a:spcPts val="0"/>
              </a:spcBef>
              <a:spcAft>
                <a:spcPts val="0"/>
              </a:spcAft>
              <a:buClr>
                <a:srgbClr val="000000"/>
              </a:buClr>
              <a:buSzPts val="1600"/>
              <a:buFont typeface="Calibri"/>
              <a:buAutoNum type="arabicParenR"/>
            </a:pPr>
            <a:r>
              <a:rPr b="0" i="0" lang="en-IN" sz="1600" u="none" cap="none" strike="noStrike">
                <a:solidFill>
                  <a:srgbClr val="000000"/>
                </a:solidFill>
                <a:latin typeface="Times New Roman"/>
                <a:ea typeface="Times New Roman"/>
                <a:cs typeface="Times New Roman"/>
                <a:sym typeface="Times New Roman"/>
              </a:rPr>
              <a:t>Job Posting</a:t>
            </a:r>
            <a:endParaRPr b="0" i="0" sz="1400" u="none" cap="none" strike="noStrike">
              <a:solidFill>
                <a:srgbClr val="000000"/>
              </a:solidFill>
              <a:latin typeface="Arial"/>
              <a:ea typeface="Arial"/>
              <a:cs typeface="Arial"/>
              <a:sym typeface="Arial"/>
            </a:endParaRPr>
          </a:p>
          <a:p>
            <a:pPr indent="-342900" lvl="0" marL="342900" marR="0" rtl="0" algn="l">
              <a:lnSpc>
                <a:spcPct val="150000"/>
              </a:lnSpc>
              <a:spcBef>
                <a:spcPts val="0"/>
              </a:spcBef>
              <a:spcAft>
                <a:spcPts val="0"/>
              </a:spcAft>
              <a:buClr>
                <a:srgbClr val="000000"/>
              </a:buClr>
              <a:buSzPts val="1600"/>
              <a:buFont typeface="Calibri"/>
              <a:buAutoNum type="arabicParenR"/>
            </a:pPr>
            <a:r>
              <a:rPr b="0" i="0" lang="en-IN" sz="1600" u="none" cap="none" strike="noStrike">
                <a:solidFill>
                  <a:srgbClr val="000000"/>
                </a:solidFill>
                <a:latin typeface="Times New Roman"/>
                <a:ea typeface="Times New Roman"/>
                <a:cs typeface="Times New Roman"/>
                <a:sym typeface="Times New Roman"/>
              </a:rPr>
              <a:t>User</a:t>
            </a:r>
            <a:endParaRPr b="0" i="0" sz="1400" u="none" cap="none" strike="noStrike">
              <a:solidFill>
                <a:srgbClr val="000000"/>
              </a:solidFill>
              <a:latin typeface="Arial"/>
              <a:ea typeface="Arial"/>
              <a:cs typeface="Arial"/>
              <a:sym typeface="Arial"/>
            </a:endParaRPr>
          </a:p>
          <a:p>
            <a:pPr indent="-241300" lvl="0" marL="342900" marR="0" rtl="0" algn="l">
              <a:lnSpc>
                <a:spcPct val="100000"/>
              </a:lnSpc>
              <a:spcBef>
                <a:spcPts val="0"/>
              </a:spcBef>
              <a:spcAft>
                <a:spcPts val="0"/>
              </a:spcAft>
              <a:buClr>
                <a:srgbClr val="000000"/>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p:txBody>
      </p:sp>
      <p:pic>
        <p:nvPicPr>
          <p:cNvPr id="329" name="Google Shape;329;g3346804e54d_0_39"/>
          <p:cNvPicPr preferRelativeResize="0"/>
          <p:nvPr/>
        </p:nvPicPr>
        <p:blipFill rotWithShape="1">
          <a:blip r:embed="rId3">
            <a:alphaModFix/>
          </a:blip>
          <a:srcRect b="0" l="0" r="0" t="0"/>
          <a:stretch/>
        </p:blipFill>
        <p:spPr>
          <a:xfrm>
            <a:off x="10115550" y="66675"/>
            <a:ext cx="1990726" cy="55811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33" name="Shape 333"/>
        <p:cNvGrpSpPr/>
        <p:nvPr/>
      </p:nvGrpSpPr>
      <p:grpSpPr>
        <a:xfrm>
          <a:off x="0" y="0"/>
          <a:ext cx="0" cy="0"/>
          <a:chOff x="0" y="0"/>
          <a:chExt cx="0" cy="0"/>
        </a:xfrm>
      </p:grpSpPr>
      <p:sp>
        <p:nvSpPr>
          <p:cNvPr id="334" name="Google Shape;334;g3346804e54d_0_76"/>
          <p:cNvSpPr txBox="1"/>
          <p:nvPr/>
        </p:nvSpPr>
        <p:spPr>
          <a:xfrm>
            <a:off x="304800" y="228600"/>
            <a:ext cx="115824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IN" sz="2000" u="sng" cap="none" strike="noStrike">
                <a:solidFill>
                  <a:schemeClr val="dk1"/>
                </a:solidFill>
                <a:latin typeface="Times New Roman"/>
                <a:ea typeface="Times New Roman"/>
                <a:cs typeface="Times New Roman"/>
                <a:sym typeface="Times New Roman"/>
              </a:rPr>
              <a:t>Users</a:t>
            </a:r>
            <a:endParaRPr b="0" i="0" sz="1400" u="sng" cap="none" strike="noStrike">
              <a:solidFill>
                <a:srgbClr val="000000"/>
              </a:solidFill>
              <a:latin typeface="Arial"/>
              <a:ea typeface="Arial"/>
              <a:cs typeface="Arial"/>
              <a:sym typeface="Arial"/>
            </a:endParaRPr>
          </a:p>
        </p:txBody>
      </p:sp>
      <p:sp>
        <p:nvSpPr>
          <p:cNvPr id="335" name="Google Shape;335;g3346804e54d_0_76"/>
          <p:cNvSpPr/>
          <p:nvPr>
            <p:ph idx="12" type="sldNum"/>
          </p:nvPr>
        </p:nvSpPr>
        <p:spPr>
          <a:xfrm>
            <a:off x="10799622" y="6492295"/>
            <a:ext cx="365700" cy="365700"/>
          </a:xfrm>
          <a:prstGeom prst="ellipse">
            <a:avLst/>
          </a:prstGeom>
          <a:solidFill>
            <a:srgbClr val="1D1D1D">
              <a:alpha val="69020"/>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sp>
        <p:nvSpPr>
          <p:cNvPr id="336" name="Google Shape;336;g3346804e54d_0_76"/>
          <p:cNvSpPr/>
          <p:nvPr/>
        </p:nvSpPr>
        <p:spPr>
          <a:xfrm>
            <a:off x="457200" y="628800"/>
            <a:ext cx="1656864" cy="400110"/>
          </a:xfrm>
          <a:prstGeom prst="rect">
            <a:avLst/>
          </a:prstGeom>
          <a:noFill/>
          <a:ln>
            <a:noFill/>
          </a:ln>
        </p:spPr>
        <p:txBody>
          <a:bodyPr anchorCtr="0" anchor="t" bIns="45700" lIns="91425" spcFirstLastPara="1" rIns="91425" wrap="square" tIns="45700">
            <a:spAutoFit/>
          </a:bodyPr>
          <a:lstStyle/>
          <a:p>
            <a:pPr indent="0" lvl="0" marL="633730" marR="0" rtl="0" algn="l">
              <a:lnSpc>
                <a:spcPct val="100000"/>
              </a:lnSpc>
              <a:spcBef>
                <a:spcPts val="0"/>
              </a:spcBef>
              <a:spcAft>
                <a:spcPts val="0"/>
              </a:spcAft>
              <a:buClr>
                <a:srgbClr val="000000"/>
              </a:buClr>
              <a:buSzPts val="2000"/>
              <a:buFont typeface="Arial"/>
              <a:buNone/>
            </a:pPr>
            <a:r>
              <a:rPr b="1" i="0" lang="en-IN" sz="2000" u="sng" cap="none" strike="noStrike">
                <a:solidFill>
                  <a:srgbClr val="000000"/>
                </a:solidFill>
                <a:latin typeface="Times New Roman"/>
                <a:ea typeface="Times New Roman"/>
                <a:cs typeface="Times New Roman"/>
                <a:sym typeface="Times New Roman"/>
              </a:rPr>
              <a:t>Admin:</a:t>
            </a:r>
            <a:endParaRPr b="0" i="0" sz="1800" u="none" cap="none" strike="noStrike">
              <a:solidFill>
                <a:srgbClr val="000000"/>
              </a:solidFill>
              <a:latin typeface="Times New Roman"/>
              <a:ea typeface="Times New Roman"/>
              <a:cs typeface="Times New Roman"/>
              <a:sym typeface="Times New Roman"/>
            </a:endParaRPr>
          </a:p>
        </p:txBody>
      </p:sp>
      <p:graphicFrame>
        <p:nvGraphicFramePr>
          <p:cNvPr id="337" name="Google Shape;337;g3346804e54d_0_76"/>
          <p:cNvGraphicFramePr/>
          <p:nvPr/>
        </p:nvGraphicFramePr>
        <p:xfrm>
          <a:off x="512445" y="1312218"/>
          <a:ext cx="3000000" cy="3000000"/>
        </p:xfrm>
        <a:graphic>
          <a:graphicData uri="http://schemas.openxmlformats.org/drawingml/2006/table">
            <a:tbl>
              <a:tblPr bandCol="1" bandRow="1" firstCol="1" firstRow="1" lastCol="1" lastRow="1">
                <a:noFill/>
                <a:tableStyleId>{58FBF52A-729C-4566-B371-E38BB0ACAC22}</a:tableStyleId>
              </a:tblPr>
              <a:tblGrid>
                <a:gridCol w="1418600"/>
                <a:gridCol w="1767850"/>
                <a:gridCol w="1043950"/>
                <a:gridCol w="1353175"/>
              </a:tblGrid>
              <a:tr h="314950">
                <a:tc>
                  <a:txBody>
                    <a:bodyPr/>
                    <a:lstStyle/>
                    <a:p>
                      <a:pPr indent="0" lvl="0" marL="120015" marR="0" rtl="0" algn="l">
                        <a:lnSpc>
                          <a:spcPct val="100000"/>
                        </a:lnSpc>
                        <a:spcBef>
                          <a:spcPts val="0"/>
                        </a:spcBef>
                        <a:spcAft>
                          <a:spcPts val="0"/>
                        </a:spcAft>
                        <a:buClr>
                          <a:srgbClr val="000000"/>
                        </a:buClr>
                        <a:buSzPts val="1300"/>
                        <a:buFont typeface="Arial"/>
                        <a:buNone/>
                      </a:pPr>
                      <a:r>
                        <a:rPr lang="en-IN" sz="1300" u="none" cap="none" strike="noStrike"/>
                        <a:t>Field Name</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495300" marR="0" rtl="0" algn="l">
                        <a:lnSpc>
                          <a:spcPct val="100000"/>
                        </a:lnSpc>
                        <a:spcBef>
                          <a:spcPts val="0"/>
                        </a:spcBef>
                        <a:spcAft>
                          <a:spcPts val="0"/>
                        </a:spcAft>
                        <a:buClr>
                          <a:srgbClr val="000000"/>
                        </a:buClr>
                        <a:buSzPts val="1300"/>
                        <a:buFont typeface="Arial"/>
                        <a:buNone/>
                      </a:pPr>
                      <a:r>
                        <a:rPr lang="en-IN" sz="1300" u="none" cap="none" strike="noStrike"/>
                        <a:t>Data Types</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483235" marR="0" rtl="0" algn="l">
                        <a:lnSpc>
                          <a:spcPct val="100000"/>
                        </a:lnSpc>
                        <a:spcBef>
                          <a:spcPts val="0"/>
                        </a:spcBef>
                        <a:spcAft>
                          <a:spcPts val="0"/>
                        </a:spcAft>
                        <a:buClr>
                          <a:srgbClr val="000000"/>
                        </a:buClr>
                        <a:buSzPts val="1300"/>
                        <a:buFont typeface="Arial"/>
                        <a:buNone/>
                      </a:pPr>
                      <a:r>
                        <a:rPr lang="en-IN" sz="1300" u="none" cap="none" strike="noStrike"/>
                        <a:t>Size</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289560" marR="0" rtl="0" algn="l">
                        <a:lnSpc>
                          <a:spcPct val="100000"/>
                        </a:lnSpc>
                        <a:spcBef>
                          <a:spcPts val="0"/>
                        </a:spcBef>
                        <a:spcAft>
                          <a:spcPts val="0"/>
                        </a:spcAft>
                        <a:buClr>
                          <a:srgbClr val="000000"/>
                        </a:buClr>
                        <a:buSzPts val="1300"/>
                        <a:buFont typeface="Arial"/>
                        <a:buNone/>
                      </a:pPr>
                      <a:r>
                        <a:rPr lang="en-IN" sz="1300" u="none" cap="none" strike="noStrike"/>
                        <a:t>Constraints</a:t>
                      </a:r>
                      <a:endParaRPr sz="1100" u="none" cap="none" strike="noStrike">
                        <a:latin typeface="Times New Roman"/>
                        <a:ea typeface="Times New Roman"/>
                        <a:cs typeface="Times New Roman"/>
                        <a:sym typeface="Times New Roman"/>
                      </a:endParaRPr>
                    </a:p>
                  </a:txBody>
                  <a:tcPr marT="0" marB="0" marR="0" marL="0"/>
                </a:tc>
              </a:tr>
              <a:tr h="290200">
                <a:tc>
                  <a:txBody>
                    <a:bodyPr/>
                    <a:lstStyle/>
                    <a:p>
                      <a:pPr indent="0" lvl="0" marL="76835" marR="0" rtl="0" algn="l">
                        <a:lnSpc>
                          <a:spcPct val="111923"/>
                        </a:lnSpc>
                        <a:spcBef>
                          <a:spcPts val="0"/>
                        </a:spcBef>
                        <a:spcAft>
                          <a:spcPts val="0"/>
                        </a:spcAft>
                        <a:buClr>
                          <a:srgbClr val="000000"/>
                        </a:buClr>
                        <a:buSzPts val="1300"/>
                        <a:buFont typeface="Arial"/>
                        <a:buNone/>
                      </a:pPr>
                      <a:r>
                        <a:rPr lang="en-IN" sz="1300" u="none" cap="none" strike="noStrike"/>
                        <a:t>a_id</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12065" marR="302895" rtl="0" algn="ctr">
                        <a:lnSpc>
                          <a:spcPct val="111923"/>
                        </a:lnSpc>
                        <a:spcBef>
                          <a:spcPts val="0"/>
                        </a:spcBef>
                        <a:spcAft>
                          <a:spcPts val="0"/>
                        </a:spcAft>
                        <a:buClr>
                          <a:srgbClr val="000000"/>
                        </a:buClr>
                        <a:buSzPts val="1300"/>
                        <a:buFont typeface="Arial"/>
                        <a:buNone/>
                      </a:pPr>
                      <a:r>
                        <a:rPr lang="en-IN" sz="1300" u="none" cap="none" strike="noStrike"/>
                        <a:t>Int</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132080" marR="0" rtl="0" algn="ctr">
                        <a:lnSpc>
                          <a:spcPct val="111923"/>
                        </a:lnSpc>
                        <a:spcBef>
                          <a:spcPts val="0"/>
                        </a:spcBef>
                        <a:spcAft>
                          <a:spcPts val="0"/>
                        </a:spcAft>
                        <a:buClr>
                          <a:srgbClr val="000000"/>
                        </a:buClr>
                        <a:buSzPts val="1300"/>
                        <a:buFont typeface="Arial"/>
                        <a:buNone/>
                      </a:pPr>
                      <a:r>
                        <a:rPr lang="en-IN" sz="1300" u="none" cap="none" strike="noStrike"/>
                        <a:t>5</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289560" marR="0" rtl="0" algn="l">
                        <a:lnSpc>
                          <a:spcPct val="111923"/>
                        </a:lnSpc>
                        <a:spcBef>
                          <a:spcPts val="0"/>
                        </a:spcBef>
                        <a:spcAft>
                          <a:spcPts val="0"/>
                        </a:spcAft>
                        <a:buClr>
                          <a:srgbClr val="000000"/>
                        </a:buClr>
                        <a:buSzPts val="1300"/>
                        <a:buFont typeface="Arial"/>
                        <a:buNone/>
                      </a:pPr>
                      <a:r>
                        <a:rPr lang="en-IN" sz="1300" u="none" cap="none" strike="noStrike"/>
                        <a:t>Primary key</a:t>
                      </a:r>
                      <a:endParaRPr sz="1100" u="none" cap="none" strike="noStrike">
                        <a:latin typeface="Times New Roman"/>
                        <a:ea typeface="Times New Roman"/>
                        <a:cs typeface="Times New Roman"/>
                        <a:sym typeface="Times New Roman"/>
                      </a:endParaRPr>
                    </a:p>
                  </a:txBody>
                  <a:tcPr marT="0" marB="0" marR="0" marL="0"/>
                </a:tc>
              </a:tr>
              <a:tr h="287025">
                <a:tc>
                  <a:txBody>
                    <a:bodyPr/>
                    <a:lstStyle/>
                    <a:p>
                      <a:pPr indent="0" lvl="0" marL="76835" marR="0" rtl="0" algn="l">
                        <a:lnSpc>
                          <a:spcPct val="111153"/>
                        </a:lnSpc>
                        <a:spcBef>
                          <a:spcPts val="0"/>
                        </a:spcBef>
                        <a:spcAft>
                          <a:spcPts val="0"/>
                        </a:spcAft>
                        <a:buClr>
                          <a:srgbClr val="000000"/>
                        </a:buClr>
                        <a:buSzPts val="1300"/>
                        <a:buFont typeface="Arial"/>
                        <a:buNone/>
                      </a:pPr>
                      <a:r>
                        <a:rPr lang="en-IN" sz="1300" u="none" cap="none" strike="noStrike"/>
                        <a:t>a_name</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537845" marR="0" rtl="0" algn="l">
                        <a:lnSpc>
                          <a:spcPct val="111153"/>
                        </a:lnSpc>
                        <a:spcBef>
                          <a:spcPts val="0"/>
                        </a:spcBef>
                        <a:spcAft>
                          <a:spcPts val="0"/>
                        </a:spcAft>
                        <a:buClr>
                          <a:srgbClr val="000000"/>
                        </a:buClr>
                        <a:buSzPts val="1300"/>
                        <a:buFont typeface="Arial"/>
                        <a:buNone/>
                      </a:pPr>
                      <a:r>
                        <a:rPr lang="en-IN" sz="1300" u="none" cap="none" strike="noStrike"/>
                        <a:t>Varchar</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481330" marR="0" rtl="0" algn="l">
                        <a:lnSpc>
                          <a:spcPct val="111153"/>
                        </a:lnSpc>
                        <a:spcBef>
                          <a:spcPts val="0"/>
                        </a:spcBef>
                        <a:spcAft>
                          <a:spcPts val="0"/>
                        </a:spcAft>
                        <a:buClr>
                          <a:srgbClr val="000000"/>
                        </a:buClr>
                        <a:buSzPts val="1300"/>
                        <a:buFont typeface="Arial"/>
                        <a:buNone/>
                      </a:pPr>
                      <a:r>
                        <a:rPr lang="en-IN" sz="1300" u="none" cap="none" strike="noStrike"/>
                        <a:t>10</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351155" marR="0" rtl="0" algn="l">
                        <a:lnSpc>
                          <a:spcPct val="111153"/>
                        </a:lnSpc>
                        <a:spcBef>
                          <a:spcPts val="0"/>
                        </a:spcBef>
                        <a:spcAft>
                          <a:spcPts val="0"/>
                        </a:spcAft>
                        <a:buClr>
                          <a:srgbClr val="000000"/>
                        </a:buClr>
                        <a:buSzPts val="1300"/>
                        <a:buFont typeface="Arial"/>
                        <a:buNone/>
                      </a:pPr>
                      <a:r>
                        <a:rPr lang="en-IN" sz="1300" u="none" cap="none" strike="noStrike"/>
                        <a:t>Not null</a:t>
                      </a:r>
                      <a:endParaRPr sz="1100" u="none" cap="none" strike="noStrike">
                        <a:latin typeface="Times New Roman"/>
                        <a:ea typeface="Times New Roman"/>
                        <a:cs typeface="Times New Roman"/>
                        <a:sym typeface="Times New Roman"/>
                      </a:endParaRPr>
                    </a:p>
                  </a:txBody>
                  <a:tcPr marT="0" marB="0" marR="0" marL="0"/>
                </a:tc>
              </a:tr>
              <a:tr h="287025">
                <a:tc>
                  <a:txBody>
                    <a:bodyPr/>
                    <a:lstStyle/>
                    <a:p>
                      <a:pPr indent="0" lvl="0" marL="76835" marR="0" rtl="0" algn="l">
                        <a:lnSpc>
                          <a:spcPct val="111923"/>
                        </a:lnSpc>
                        <a:spcBef>
                          <a:spcPts val="0"/>
                        </a:spcBef>
                        <a:spcAft>
                          <a:spcPts val="0"/>
                        </a:spcAft>
                        <a:buClr>
                          <a:srgbClr val="000000"/>
                        </a:buClr>
                        <a:buSzPts val="1300"/>
                        <a:buFont typeface="Arial"/>
                        <a:buNone/>
                      </a:pPr>
                      <a:r>
                        <a:rPr lang="en-IN" sz="1300" u="none" cap="none" strike="noStrike"/>
                        <a:t>email</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561975" marR="0" rtl="0" algn="l">
                        <a:lnSpc>
                          <a:spcPct val="111923"/>
                        </a:lnSpc>
                        <a:spcBef>
                          <a:spcPts val="0"/>
                        </a:spcBef>
                        <a:spcAft>
                          <a:spcPts val="0"/>
                        </a:spcAft>
                        <a:buClr>
                          <a:srgbClr val="000000"/>
                        </a:buClr>
                        <a:buSzPts val="1300"/>
                        <a:buFont typeface="Arial"/>
                        <a:buNone/>
                      </a:pPr>
                      <a:r>
                        <a:rPr lang="en-IN" sz="1300" u="none" cap="none" strike="noStrike"/>
                        <a:t>Varchar</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480060" marR="0" rtl="0" algn="l">
                        <a:lnSpc>
                          <a:spcPct val="111923"/>
                        </a:lnSpc>
                        <a:spcBef>
                          <a:spcPts val="0"/>
                        </a:spcBef>
                        <a:spcAft>
                          <a:spcPts val="0"/>
                        </a:spcAft>
                        <a:buClr>
                          <a:srgbClr val="000000"/>
                        </a:buClr>
                        <a:buSzPts val="1300"/>
                        <a:buFont typeface="Arial"/>
                        <a:buNone/>
                      </a:pPr>
                      <a:r>
                        <a:rPr lang="en-IN" sz="1300" u="none" cap="none" strike="noStrike"/>
                        <a:t>20</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353060" marR="0" rtl="0" algn="l">
                        <a:lnSpc>
                          <a:spcPct val="111923"/>
                        </a:lnSpc>
                        <a:spcBef>
                          <a:spcPts val="0"/>
                        </a:spcBef>
                        <a:spcAft>
                          <a:spcPts val="0"/>
                        </a:spcAft>
                        <a:buClr>
                          <a:srgbClr val="000000"/>
                        </a:buClr>
                        <a:buSzPts val="1300"/>
                        <a:buFont typeface="Arial"/>
                        <a:buNone/>
                      </a:pPr>
                      <a:r>
                        <a:rPr lang="en-IN" sz="1300" u="none" cap="none" strike="noStrike"/>
                        <a:t>Not null</a:t>
                      </a:r>
                      <a:endParaRPr sz="1100" u="none" cap="none" strike="noStrike">
                        <a:latin typeface="Times New Roman"/>
                        <a:ea typeface="Times New Roman"/>
                        <a:cs typeface="Times New Roman"/>
                        <a:sym typeface="Times New Roman"/>
                      </a:endParaRPr>
                    </a:p>
                  </a:txBody>
                  <a:tcPr marT="0" marB="0" marR="0" marL="0"/>
                </a:tc>
              </a:tr>
              <a:tr h="255275">
                <a:tc>
                  <a:txBody>
                    <a:bodyPr/>
                    <a:lstStyle/>
                    <a:p>
                      <a:pPr indent="0" lvl="0" marL="76835" marR="0" rtl="0" algn="l">
                        <a:lnSpc>
                          <a:spcPct val="110000"/>
                        </a:lnSpc>
                        <a:spcBef>
                          <a:spcPts val="0"/>
                        </a:spcBef>
                        <a:spcAft>
                          <a:spcPts val="0"/>
                        </a:spcAft>
                        <a:buClr>
                          <a:srgbClr val="000000"/>
                        </a:buClr>
                        <a:buSzPts val="1300"/>
                        <a:buFont typeface="Arial"/>
                        <a:buNone/>
                      </a:pPr>
                      <a:r>
                        <a:rPr lang="en-IN" sz="1300" u="none" cap="none" strike="noStrike"/>
                        <a:t>Password</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562610" marR="0" rtl="0" algn="l">
                        <a:lnSpc>
                          <a:spcPct val="110000"/>
                        </a:lnSpc>
                        <a:spcBef>
                          <a:spcPts val="0"/>
                        </a:spcBef>
                        <a:spcAft>
                          <a:spcPts val="0"/>
                        </a:spcAft>
                        <a:buClr>
                          <a:srgbClr val="000000"/>
                        </a:buClr>
                        <a:buSzPts val="1300"/>
                        <a:buFont typeface="Arial"/>
                        <a:buNone/>
                      </a:pPr>
                      <a:r>
                        <a:rPr lang="en-IN" sz="1300" u="none" cap="none" strike="noStrike"/>
                        <a:t>Varchar</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483235" marR="0" rtl="0" algn="l">
                        <a:lnSpc>
                          <a:spcPct val="110000"/>
                        </a:lnSpc>
                        <a:spcBef>
                          <a:spcPts val="0"/>
                        </a:spcBef>
                        <a:spcAft>
                          <a:spcPts val="0"/>
                        </a:spcAft>
                        <a:buClr>
                          <a:srgbClr val="000000"/>
                        </a:buClr>
                        <a:buSzPts val="1300"/>
                        <a:buFont typeface="Arial"/>
                        <a:buNone/>
                      </a:pPr>
                      <a:r>
                        <a:rPr lang="en-IN" sz="1300" u="none" cap="none" strike="noStrike"/>
                        <a:t>10</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353695" marR="0" rtl="0" algn="l">
                        <a:lnSpc>
                          <a:spcPct val="110000"/>
                        </a:lnSpc>
                        <a:spcBef>
                          <a:spcPts val="0"/>
                        </a:spcBef>
                        <a:spcAft>
                          <a:spcPts val="0"/>
                        </a:spcAft>
                        <a:buClr>
                          <a:srgbClr val="000000"/>
                        </a:buClr>
                        <a:buSzPts val="1300"/>
                        <a:buFont typeface="Arial"/>
                        <a:buNone/>
                      </a:pPr>
                      <a:r>
                        <a:rPr lang="en-IN" sz="1300" u="none" cap="none" strike="noStrike"/>
                        <a:t>Not null</a:t>
                      </a:r>
                      <a:endParaRPr sz="1100" u="none" cap="none" strike="noStrike">
                        <a:latin typeface="Times New Roman"/>
                        <a:ea typeface="Times New Roman"/>
                        <a:cs typeface="Times New Roman"/>
                        <a:sym typeface="Times New Roman"/>
                      </a:endParaRPr>
                    </a:p>
                  </a:txBody>
                  <a:tcPr marT="0" marB="0" marR="0" marL="0"/>
                </a:tc>
              </a:tr>
            </a:tbl>
          </a:graphicData>
        </a:graphic>
      </p:graphicFrame>
      <p:sp>
        <p:nvSpPr>
          <p:cNvPr id="338" name="Google Shape;338;g3346804e54d_0_76"/>
          <p:cNvSpPr/>
          <p:nvPr/>
        </p:nvSpPr>
        <p:spPr>
          <a:xfrm>
            <a:off x="5289162" y="3388834"/>
            <a:ext cx="1414170" cy="400110"/>
          </a:xfrm>
          <a:prstGeom prst="rect">
            <a:avLst/>
          </a:prstGeom>
          <a:noFill/>
          <a:ln>
            <a:noFill/>
          </a:ln>
        </p:spPr>
        <p:txBody>
          <a:bodyPr anchorCtr="0" anchor="t" bIns="45700" lIns="91425" spcFirstLastPara="1" rIns="91425" wrap="square" tIns="45700">
            <a:spAutoFit/>
          </a:bodyPr>
          <a:lstStyle/>
          <a:p>
            <a:pPr indent="0" lvl="0" marL="502919" marR="0" rtl="0" algn="l">
              <a:lnSpc>
                <a:spcPct val="100000"/>
              </a:lnSpc>
              <a:spcBef>
                <a:spcPts val="0"/>
              </a:spcBef>
              <a:spcAft>
                <a:spcPts val="0"/>
              </a:spcAft>
              <a:buClr>
                <a:srgbClr val="000000"/>
              </a:buClr>
              <a:buSzPts val="2000"/>
              <a:buFont typeface="Arial"/>
              <a:buNone/>
            </a:pPr>
            <a:r>
              <a:rPr b="1" i="0" lang="en-IN" sz="2000" u="sng" cap="none" strike="noStrike">
                <a:solidFill>
                  <a:srgbClr val="000000"/>
                </a:solidFill>
                <a:latin typeface="Times New Roman"/>
                <a:ea typeface="Times New Roman"/>
                <a:cs typeface="Times New Roman"/>
                <a:sym typeface="Times New Roman"/>
              </a:rPr>
              <a:t>Apply</a:t>
            </a:r>
            <a:r>
              <a:rPr b="1" i="0" lang="en-IN" sz="1400" u="sng" cap="none" strike="noStrike">
                <a:solidFill>
                  <a:srgbClr val="000000"/>
                </a:solidFill>
                <a:latin typeface="Times New Roman"/>
                <a:ea typeface="Times New Roman"/>
                <a:cs typeface="Times New Roman"/>
                <a:sym typeface="Times New Roman"/>
              </a:rPr>
              <a:t>:</a:t>
            </a:r>
            <a:endParaRPr b="0" i="0" sz="1200" u="none" cap="none" strike="noStrike">
              <a:solidFill>
                <a:srgbClr val="000000"/>
              </a:solidFill>
              <a:latin typeface="Times New Roman"/>
              <a:ea typeface="Times New Roman"/>
              <a:cs typeface="Times New Roman"/>
              <a:sym typeface="Times New Roman"/>
            </a:endParaRPr>
          </a:p>
        </p:txBody>
      </p:sp>
      <p:graphicFrame>
        <p:nvGraphicFramePr>
          <p:cNvPr id="339" name="Google Shape;339;g3346804e54d_0_76"/>
          <p:cNvGraphicFramePr/>
          <p:nvPr/>
        </p:nvGraphicFramePr>
        <p:xfrm>
          <a:off x="3050274" y="4436743"/>
          <a:ext cx="3000000" cy="3000000"/>
        </p:xfrm>
        <a:graphic>
          <a:graphicData uri="http://schemas.openxmlformats.org/drawingml/2006/table">
            <a:tbl>
              <a:tblPr bandCol="1" bandRow="1" firstCol="1" firstRow="1" lastCol="1" lastRow="1">
                <a:noFill/>
                <a:tableStyleId>{58FBF52A-729C-4566-B371-E38BB0ACAC22}</a:tableStyleId>
              </a:tblPr>
              <a:tblGrid>
                <a:gridCol w="1449775"/>
                <a:gridCol w="1806700"/>
                <a:gridCol w="1072075"/>
                <a:gridCol w="1310250"/>
              </a:tblGrid>
              <a:tr h="307525">
                <a:tc>
                  <a:txBody>
                    <a:bodyPr/>
                    <a:lstStyle/>
                    <a:p>
                      <a:pPr indent="0" lvl="0" marL="77470" marR="0" rtl="0" algn="l">
                        <a:lnSpc>
                          <a:spcPct val="100000"/>
                        </a:lnSpc>
                        <a:spcBef>
                          <a:spcPts val="0"/>
                        </a:spcBef>
                        <a:spcAft>
                          <a:spcPts val="0"/>
                        </a:spcAft>
                        <a:buClr>
                          <a:srgbClr val="000000"/>
                        </a:buClr>
                        <a:buSzPts val="1300"/>
                        <a:buFont typeface="Arial"/>
                        <a:buNone/>
                      </a:pPr>
                      <a:r>
                        <a:rPr lang="en-IN" sz="1300" u="none" cap="none" strike="noStrike"/>
                        <a:t>Field Name</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537845" marR="0" rtl="0" algn="l">
                        <a:lnSpc>
                          <a:spcPct val="100000"/>
                        </a:lnSpc>
                        <a:spcBef>
                          <a:spcPts val="0"/>
                        </a:spcBef>
                        <a:spcAft>
                          <a:spcPts val="0"/>
                        </a:spcAft>
                        <a:buClr>
                          <a:srgbClr val="000000"/>
                        </a:buClr>
                        <a:buSzPts val="1300"/>
                        <a:buFont typeface="Arial"/>
                        <a:buNone/>
                      </a:pPr>
                      <a:r>
                        <a:rPr lang="en-IN" sz="1300" u="none" cap="none" strike="noStrike"/>
                        <a:t>Data Types</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438785" marR="0" rtl="0" algn="l">
                        <a:lnSpc>
                          <a:spcPct val="100000"/>
                        </a:lnSpc>
                        <a:spcBef>
                          <a:spcPts val="0"/>
                        </a:spcBef>
                        <a:spcAft>
                          <a:spcPts val="0"/>
                        </a:spcAft>
                        <a:buClr>
                          <a:srgbClr val="000000"/>
                        </a:buClr>
                        <a:buSzPts val="1300"/>
                        <a:buFont typeface="Arial"/>
                        <a:buNone/>
                      </a:pPr>
                      <a:r>
                        <a:rPr lang="en-IN" sz="1300" u="none" cap="none" strike="noStrike"/>
                        <a:t>Size</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0" marR="118745" rtl="0" algn="r">
                        <a:lnSpc>
                          <a:spcPct val="100000"/>
                        </a:lnSpc>
                        <a:spcBef>
                          <a:spcPts val="0"/>
                        </a:spcBef>
                        <a:spcAft>
                          <a:spcPts val="0"/>
                        </a:spcAft>
                        <a:buClr>
                          <a:srgbClr val="000000"/>
                        </a:buClr>
                        <a:buSzPts val="1300"/>
                        <a:buFont typeface="Arial"/>
                        <a:buNone/>
                      </a:pPr>
                      <a:r>
                        <a:rPr lang="en-IN" sz="1300" u="none" cap="none" strike="noStrike"/>
                        <a:t>Constraints</a:t>
                      </a:r>
                      <a:endParaRPr sz="1100" u="none" cap="none" strike="noStrike">
                        <a:latin typeface="Times New Roman"/>
                        <a:ea typeface="Times New Roman"/>
                        <a:cs typeface="Times New Roman"/>
                        <a:sym typeface="Times New Roman"/>
                      </a:endParaRPr>
                    </a:p>
                  </a:txBody>
                  <a:tcPr marT="0" marB="0" marR="0" marL="0"/>
                </a:tc>
              </a:tr>
              <a:tr h="279925">
                <a:tc>
                  <a:txBody>
                    <a:bodyPr/>
                    <a:lstStyle/>
                    <a:p>
                      <a:pPr indent="0" lvl="0" marL="74295" marR="0" rtl="0" algn="l">
                        <a:lnSpc>
                          <a:spcPct val="111923"/>
                        </a:lnSpc>
                        <a:spcBef>
                          <a:spcPts val="0"/>
                        </a:spcBef>
                        <a:spcAft>
                          <a:spcPts val="0"/>
                        </a:spcAft>
                        <a:buClr>
                          <a:srgbClr val="000000"/>
                        </a:buClr>
                        <a:buSzPts val="1300"/>
                        <a:buFont typeface="Arial"/>
                        <a:buNone/>
                      </a:pPr>
                      <a:r>
                        <a:rPr lang="en-IN" sz="1300" u="none" cap="none" strike="noStrike"/>
                        <a:t>ap_id</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118745" marR="290830" rtl="0" algn="ctr">
                        <a:lnSpc>
                          <a:spcPct val="111923"/>
                        </a:lnSpc>
                        <a:spcBef>
                          <a:spcPts val="0"/>
                        </a:spcBef>
                        <a:spcAft>
                          <a:spcPts val="0"/>
                        </a:spcAft>
                        <a:buClr>
                          <a:srgbClr val="000000"/>
                        </a:buClr>
                        <a:buSzPts val="1300"/>
                        <a:buFont typeface="Arial"/>
                        <a:buNone/>
                      </a:pPr>
                      <a:r>
                        <a:rPr lang="en-IN" sz="1300" u="none" cap="none" strike="noStrike"/>
                        <a:t>Int</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127635" marR="87630" rtl="0" algn="ctr">
                        <a:lnSpc>
                          <a:spcPct val="111923"/>
                        </a:lnSpc>
                        <a:spcBef>
                          <a:spcPts val="0"/>
                        </a:spcBef>
                        <a:spcAft>
                          <a:spcPts val="0"/>
                        </a:spcAft>
                        <a:buClr>
                          <a:srgbClr val="000000"/>
                        </a:buClr>
                        <a:buSzPts val="1300"/>
                        <a:buFont typeface="Arial"/>
                        <a:buNone/>
                      </a:pPr>
                      <a:r>
                        <a:rPr lang="en-IN" sz="1300" u="none" cap="none" strike="noStrike"/>
                        <a:t>5</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0" marR="78105" rtl="0" algn="r">
                        <a:lnSpc>
                          <a:spcPct val="111923"/>
                        </a:lnSpc>
                        <a:spcBef>
                          <a:spcPts val="0"/>
                        </a:spcBef>
                        <a:spcAft>
                          <a:spcPts val="0"/>
                        </a:spcAft>
                        <a:buClr>
                          <a:srgbClr val="000000"/>
                        </a:buClr>
                        <a:buSzPts val="1300"/>
                        <a:buFont typeface="Arial"/>
                        <a:buNone/>
                      </a:pPr>
                      <a:r>
                        <a:rPr lang="en-IN" sz="1300" u="none" cap="none" strike="noStrike"/>
                        <a:t>Primary key</a:t>
                      </a:r>
                      <a:endParaRPr sz="1100" u="none" cap="none" strike="noStrike">
                        <a:latin typeface="Times New Roman"/>
                        <a:ea typeface="Times New Roman"/>
                        <a:cs typeface="Times New Roman"/>
                        <a:sym typeface="Times New Roman"/>
                      </a:endParaRPr>
                    </a:p>
                  </a:txBody>
                  <a:tcPr marT="0" marB="0" marR="0" marL="0"/>
                </a:tc>
              </a:tr>
              <a:tr h="279125">
                <a:tc>
                  <a:txBody>
                    <a:bodyPr/>
                    <a:lstStyle/>
                    <a:p>
                      <a:pPr indent="0" lvl="0" marL="51435" marR="0" rtl="0" algn="l">
                        <a:lnSpc>
                          <a:spcPct val="111923"/>
                        </a:lnSpc>
                        <a:spcBef>
                          <a:spcPts val="0"/>
                        </a:spcBef>
                        <a:spcAft>
                          <a:spcPts val="0"/>
                        </a:spcAft>
                        <a:buClr>
                          <a:srgbClr val="000000"/>
                        </a:buClr>
                        <a:buSzPts val="1300"/>
                        <a:buFont typeface="Arial"/>
                        <a:buNone/>
                      </a:pPr>
                      <a:r>
                        <a:rPr lang="en-IN" sz="1300" u="none" cap="none" strike="noStrike"/>
                        <a:t>ap_date</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247650" marR="290830" rtl="0" algn="ctr">
                        <a:lnSpc>
                          <a:spcPct val="111923"/>
                        </a:lnSpc>
                        <a:spcBef>
                          <a:spcPts val="0"/>
                        </a:spcBef>
                        <a:spcAft>
                          <a:spcPts val="0"/>
                        </a:spcAft>
                        <a:buClr>
                          <a:srgbClr val="000000"/>
                        </a:buClr>
                        <a:buSzPts val="1300"/>
                        <a:buFont typeface="Arial"/>
                        <a:buNone/>
                      </a:pPr>
                      <a:r>
                        <a:rPr lang="en-IN" sz="1300" u="none" cap="none" strike="noStrike"/>
                        <a:t>Date</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127635" marR="1905" rtl="0" algn="ctr">
                        <a:lnSpc>
                          <a:spcPct val="111923"/>
                        </a:lnSpc>
                        <a:spcBef>
                          <a:spcPts val="0"/>
                        </a:spcBef>
                        <a:spcAft>
                          <a:spcPts val="0"/>
                        </a:spcAft>
                        <a:buClr>
                          <a:srgbClr val="000000"/>
                        </a:buClr>
                        <a:buSzPts val="1300"/>
                        <a:buFont typeface="Arial"/>
                        <a:buNone/>
                      </a:pPr>
                      <a:r>
                        <a:rPr lang="en-IN" sz="1300" u="none" cap="none" strike="noStrike"/>
                        <a:t>10</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455294" marR="0" rtl="0" algn="l">
                        <a:lnSpc>
                          <a:spcPct val="111923"/>
                        </a:lnSpc>
                        <a:spcBef>
                          <a:spcPts val="0"/>
                        </a:spcBef>
                        <a:spcAft>
                          <a:spcPts val="0"/>
                        </a:spcAft>
                        <a:buClr>
                          <a:srgbClr val="000000"/>
                        </a:buClr>
                        <a:buSzPts val="1300"/>
                        <a:buFont typeface="Arial"/>
                        <a:buNone/>
                      </a:pPr>
                      <a:r>
                        <a:rPr lang="en-IN" sz="1300" u="none" cap="none" strike="noStrike"/>
                        <a:t>Not null</a:t>
                      </a:r>
                      <a:endParaRPr sz="1100" u="none" cap="none" strike="noStrike">
                        <a:latin typeface="Times New Roman"/>
                        <a:ea typeface="Times New Roman"/>
                        <a:cs typeface="Times New Roman"/>
                        <a:sym typeface="Times New Roman"/>
                      </a:endParaRPr>
                    </a:p>
                  </a:txBody>
                  <a:tcPr marT="0" marB="0" marR="0" marL="0"/>
                </a:tc>
              </a:tr>
              <a:tr h="279125">
                <a:tc>
                  <a:txBody>
                    <a:bodyPr/>
                    <a:lstStyle/>
                    <a:p>
                      <a:pPr indent="0" lvl="0" marL="74295" marR="0" rtl="0" algn="l">
                        <a:lnSpc>
                          <a:spcPct val="111923"/>
                        </a:lnSpc>
                        <a:spcBef>
                          <a:spcPts val="0"/>
                        </a:spcBef>
                        <a:spcAft>
                          <a:spcPts val="0"/>
                        </a:spcAft>
                        <a:buClr>
                          <a:srgbClr val="000000"/>
                        </a:buClr>
                        <a:buSzPts val="1300"/>
                        <a:buFont typeface="Arial"/>
                        <a:buNone/>
                      </a:pPr>
                      <a:r>
                        <a:rPr lang="en-IN" sz="1300" u="none" cap="none" strike="noStrike"/>
                        <a:t>u_id</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302895" marR="290830" rtl="0" algn="ctr">
                        <a:lnSpc>
                          <a:spcPct val="111923"/>
                        </a:lnSpc>
                        <a:spcBef>
                          <a:spcPts val="0"/>
                        </a:spcBef>
                        <a:spcAft>
                          <a:spcPts val="0"/>
                        </a:spcAft>
                        <a:buClr>
                          <a:srgbClr val="000000"/>
                        </a:buClr>
                        <a:buSzPts val="1300"/>
                        <a:buFont typeface="Arial"/>
                        <a:buNone/>
                      </a:pPr>
                      <a:r>
                        <a:rPr lang="en-IN" sz="1300" u="none" cap="none" strike="noStrike"/>
                        <a:t>Varchar</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127635" marR="1905" rtl="0" algn="ctr">
                        <a:lnSpc>
                          <a:spcPct val="111923"/>
                        </a:lnSpc>
                        <a:spcBef>
                          <a:spcPts val="0"/>
                        </a:spcBef>
                        <a:spcAft>
                          <a:spcPts val="0"/>
                        </a:spcAft>
                        <a:buClr>
                          <a:srgbClr val="000000"/>
                        </a:buClr>
                        <a:buSzPts val="1300"/>
                        <a:buFont typeface="Arial"/>
                        <a:buNone/>
                      </a:pPr>
                      <a:r>
                        <a:rPr lang="en-IN" sz="1300" u="none" cap="none" strike="noStrike"/>
                        <a:t>10</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468630" marR="0" rtl="0" algn="l">
                        <a:lnSpc>
                          <a:spcPct val="111923"/>
                        </a:lnSpc>
                        <a:spcBef>
                          <a:spcPts val="0"/>
                        </a:spcBef>
                        <a:spcAft>
                          <a:spcPts val="0"/>
                        </a:spcAft>
                        <a:buClr>
                          <a:srgbClr val="000000"/>
                        </a:buClr>
                        <a:buSzPts val="1300"/>
                        <a:buFont typeface="Arial"/>
                        <a:buNone/>
                      </a:pPr>
                      <a:r>
                        <a:rPr lang="en-IN" sz="1300" u="none" cap="none" strike="noStrike"/>
                        <a:t>Not null</a:t>
                      </a:r>
                      <a:endParaRPr sz="1100" u="none" cap="none" strike="noStrike">
                        <a:latin typeface="Times New Roman"/>
                        <a:ea typeface="Times New Roman"/>
                        <a:cs typeface="Times New Roman"/>
                        <a:sym typeface="Times New Roman"/>
                      </a:endParaRPr>
                    </a:p>
                  </a:txBody>
                  <a:tcPr marT="0" marB="0" marR="0" marL="0"/>
                </a:tc>
              </a:tr>
              <a:tr h="277500">
                <a:tc>
                  <a:txBody>
                    <a:bodyPr/>
                    <a:lstStyle/>
                    <a:p>
                      <a:pPr indent="0" lvl="0" marL="51435" marR="0" rtl="0" algn="l">
                        <a:lnSpc>
                          <a:spcPct val="111153"/>
                        </a:lnSpc>
                        <a:spcBef>
                          <a:spcPts val="0"/>
                        </a:spcBef>
                        <a:spcAft>
                          <a:spcPts val="0"/>
                        </a:spcAft>
                        <a:buClr>
                          <a:srgbClr val="000000"/>
                        </a:buClr>
                        <a:buSzPts val="1300"/>
                        <a:buFont typeface="Arial"/>
                        <a:buNone/>
                      </a:pPr>
                      <a:r>
                        <a:rPr lang="en-IN" sz="1300" u="none" cap="none" strike="noStrike"/>
                        <a:t>posting_id</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297815" marR="290830" rtl="0" algn="ctr">
                        <a:lnSpc>
                          <a:spcPct val="111153"/>
                        </a:lnSpc>
                        <a:spcBef>
                          <a:spcPts val="0"/>
                        </a:spcBef>
                        <a:spcAft>
                          <a:spcPts val="0"/>
                        </a:spcAft>
                        <a:buClr>
                          <a:srgbClr val="000000"/>
                        </a:buClr>
                        <a:buSzPts val="1300"/>
                        <a:buFont typeface="Arial"/>
                        <a:buNone/>
                      </a:pPr>
                      <a:r>
                        <a:rPr lang="en-IN" sz="1300" u="none" cap="none" strike="noStrike"/>
                        <a:t>Varchar</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127635" marR="3175" rtl="0" algn="ctr">
                        <a:lnSpc>
                          <a:spcPct val="111153"/>
                        </a:lnSpc>
                        <a:spcBef>
                          <a:spcPts val="0"/>
                        </a:spcBef>
                        <a:spcAft>
                          <a:spcPts val="0"/>
                        </a:spcAft>
                        <a:buClr>
                          <a:srgbClr val="000000"/>
                        </a:buClr>
                        <a:buSzPts val="1300"/>
                        <a:buFont typeface="Arial"/>
                        <a:buNone/>
                      </a:pPr>
                      <a:r>
                        <a:rPr lang="en-IN" sz="1300" u="none" cap="none" strike="noStrike"/>
                        <a:t>10</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468630" marR="0" rtl="0" algn="l">
                        <a:lnSpc>
                          <a:spcPct val="111153"/>
                        </a:lnSpc>
                        <a:spcBef>
                          <a:spcPts val="0"/>
                        </a:spcBef>
                        <a:spcAft>
                          <a:spcPts val="0"/>
                        </a:spcAft>
                        <a:buClr>
                          <a:srgbClr val="000000"/>
                        </a:buClr>
                        <a:buSzPts val="1300"/>
                        <a:buFont typeface="Arial"/>
                        <a:buNone/>
                      </a:pPr>
                      <a:r>
                        <a:rPr lang="en-IN" sz="1300" u="none" cap="none" strike="noStrike"/>
                        <a:t>Not null</a:t>
                      </a:r>
                      <a:endParaRPr sz="1100" u="none" cap="none" strike="noStrike">
                        <a:latin typeface="Times New Roman"/>
                        <a:ea typeface="Times New Roman"/>
                        <a:cs typeface="Times New Roman"/>
                        <a:sym typeface="Times New Roman"/>
                      </a:endParaRPr>
                    </a:p>
                  </a:txBody>
                  <a:tcPr marT="0" marB="0" marR="0" marL="0"/>
                </a:tc>
              </a:tr>
              <a:tr h="281550">
                <a:tc>
                  <a:txBody>
                    <a:bodyPr/>
                    <a:lstStyle/>
                    <a:p>
                      <a:pPr indent="0" lvl="0" marL="51435" marR="0" rtl="0" algn="l">
                        <a:lnSpc>
                          <a:spcPct val="112692"/>
                        </a:lnSpc>
                        <a:spcBef>
                          <a:spcPts val="0"/>
                        </a:spcBef>
                        <a:spcAft>
                          <a:spcPts val="0"/>
                        </a:spcAft>
                        <a:buClr>
                          <a:srgbClr val="000000"/>
                        </a:buClr>
                        <a:buSzPts val="1300"/>
                        <a:buFont typeface="Arial"/>
                        <a:buNone/>
                      </a:pPr>
                      <a:r>
                        <a:rPr lang="en-IN" sz="1300" u="none" cap="none" strike="noStrike"/>
                        <a:t>status</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302260" marR="290830" rtl="0" algn="ctr">
                        <a:lnSpc>
                          <a:spcPct val="112692"/>
                        </a:lnSpc>
                        <a:spcBef>
                          <a:spcPts val="0"/>
                        </a:spcBef>
                        <a:spcAft>
                          <a:spcPts val="0"/>
                        </a:spcAft>
                        <a:buClr>
                          <a:srgbClr val="000000"/>
                        </a:buClr>
                        <a:buSzPts val="1300"/>
                        <a:buFont typeface="Arial"/>
                        <a:buNone/>
                      </a:pPr>
                      <a:r>
                        <a:rPr lang="en-IN" sz="1300" u="none" cap="none" strike="noStrike"/>
                        <a:t>Varchar</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127635" marR="0" rtl="0" algn="ctr">
                        <a:lnSpc>
                          <a:spcPct val="112692"/>
                        </a:lnSpc>
                        <a:spcBef>
                          <a:spcPts val="0"/>
                        </a:spcBef>
                        <a:spcAft>
                          <a:spcPts val="0"/>
                        </a:spcAft>
                        <a:buClr>
                          <a:srgbClr val="000000"/>
                        </a:buClr>
                        <a:buSzPts val="1300"/>
                        <a:buFont typeface="Arial"/>
                        <a:buNone/>
                      </a:pPr>
                      <a:r>
                        <a:rPr lang="en-IN" sz="1300" u="none" cap="none" strike="noStrike"/>
                        <a:t>50</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464185" marR="0" rtl="0" algn="l">
                        <a:lnSpc>
                          <a:spcPct val="112692"/>
                        </a:lnSpc>
                        <a:spcBef>
                          <a:spcPts val="0"/>
                        </a:spcBef>
                        <a:spcAft>
                          <a:spcPts val="0"/>
                        </a:spcAft>
                        <a:buClr>
                          <a:srgbClr val="000000"/>
                        </a:buClr>
                        <a:buSzPts val="1300"/>
                        <a:buFont typeface="Arial"/>
                        <a:buNone/>
                      </a:pPr>
                      <a:r>
                        <a:rPr lang="en-IN" sz="1300" u="none" cap="none" strike="noStrike"/>
                        <a:t>Not null</a:t>
                      </a:r>
                      <a:endParaRPr sz="1100" u="none" cap="none" strike="noStrike">
                        <a:latin typeface="Times New Roman"/>
                        <a:ea typeface="Times New Roman"/>
                        <a:cs typeface="Times New Roman"/>
                        <a:sym typeface="Times New Roman"/>
                      </a:endParaRPr>
                    </a:p>
                  </a:txBody>
                  <a:tcPr marT="0" marB="0" marR="0" marL="0"/>
                </a:tc>
              </a:tr>
            </a:tbl>
          </a:graphicData>
        </a:graphic>
      </p:graphicFrame>
      <p:sp>
        <p:nvSpPr>
          <p:cNvPr id="340" name="Google Shape;340;g3346804e54d_0_76"/>
          <p:cNvSpPr/>
          <p:nvPr/>
        </p:nvSpPr>
        <p:spPr>
          <a:xfrm>
            <a:off x="7997026" y="912522"/>
            <a:ext cx="1738938" cy="307777"/>
          </a:xfrm>
          <a:prstGeom prst="rect">
            <a:avLst/>
          </a:prstGeom>
          <a:noFill/>
          <a:ln>
            <a:noFill/>
          </a:ln>
        </p:spPr>
        <p:txBody>
          <a:bodyPr anchorCtr="0" anchor="t" bIns="45700" lIns="91425" spcFirstLastPara="1" rIns="91425" wrap="square" tIns="45700">
            <a:spAutoFit/>
          </a:bodyPr>
          <a:lstStyle/>
          <a:p>
            <a:pPr indent="0" lvl="0" marL="633730" marR="0" rtl="0" algn="l">
              <a:lnSpc>
                <a:spcPct val="100000"/>
              </a:lnSpc>
              <a:spcBef>
                <a:spcPts val="0"/>
              </a:spcBef>
              <a:spcAft>
                <a:spcPts val="0"/>
              </a:spcAft>
              <a:buClr>
                <a:srgbClr val="000000"/>
              </a:buClr>
              <a:buSzPts val="1400"/>
              <a:buFont typeface="Arial"/>
              <a:buNone/>
            </a:pPr>
            <a:r>
              <a:rPr b="1" i="0" lang="en-IN" sz="1400" u="sng" cap="none" strike="noStrike">
                <a:solidFill>
                  <a:srgbClr val="000000"/>
                </a:solidFill>
                <a:latin typeface="Times New Roman"/>
                <a:ea typeface="Times New Roman"/>
                <a:cs typeface="Times New Roman"/>
                <a:sym typeface="Times New Roman"/>
              </a:rPr>
              <a:t>My resume:</a:t>
            </a:r>
            <a:endParaRPr b="0" i="0" sz="1200" u="none" cap="none" strike="noStrike">
              <a:solidFill>
                <a:srgbClr val="000000"/>
              </a:solidFill>
              <a:latin typeface="Times New Roman"/>
              <a:ea typeface="Times New Roman"/>
              <a:cs typeface="Times New Roman"/>
              <a:sym typeface="Times New Roman"/>
            </a:endParaRPr>
          </a:p>
        </p:txBody>
      </p:sp>
      <p:graphicFrame>
        <p:nvGraphicFramePr>
          <p:cNvPr id="341" name="Google Shape;341;g3346804e54d_0_76"/>
          <p:cNvGraphicFramePr/>
          <p:nvPr/>
        </p:nvGraphicFramePr>
        <p:xfrm>
          <a:off x="6542879" y="1351127"/>
          <a:ext cx="3000000" cy="3000000"/>
        </p:xfrm>
        <a:graphic>
          <a:graphicData uri="http://schemas.openxmlformats.org/drawingml/2006/table">
            <a:tbl>
              <a:tblPr bandCol="1" bandRow="1" firstCol="1" firstRow="1" lastCol="1" lastRow="1">
                <a:noFill/>
                <a:tableStyleId>{58FBF52A-729C-4566-B371-E38BB0ACAC22}</a:tableStyleId>
              </a:tblPr>
              <a:tblGrid>
                <a:gridCol w="1654800"/>
                <a:gridCol w="1970400"/>
                <a:gridCol w="854075"/>
                <a:gridCol w="1041400"/>
              </a:tblGrid>
              <a:tr h="358300">
                <a:tc>
                  <a:txBody>
                    <a:bodyPr/>
                    <a:lstStyle/>
                    <a:p>
                      <a:pPr indent="0" lvl="0" marL="77470" marR="0" rtl="0" algn="l">
                        <a:lnSpc>
                          <a:spcPct val="100000"/>
                        </a:lnSpc>
                        <a:spcBef>
                          <a:spcPts val="0"/>
                        </a:spcBef>
                        <a:spcAft>
                          <a:spcPts val="0"/>
                        </a:spcAft>
                        <a:buClr>
                          <a:srgbClr val="000000"/>
                        </a:buClr>
                        <a:buSzPts val="1300"/>
                        <a:buFont typeface="Arial"/>
                        <a:buNone/>
                      </a:pPr>
                      <a:r>
                        <a:rPr lang="en-IN" sz="1300" u="none" cap="none" strike="noStrike"/>
                        <a:t>Field Name</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383540" marR="1905" rtl="0" algn="ctr">
                        <a:lnSpc>
                          <a:spcPct val="100000"/>
                        </a:lnSpc>
                        <a:spcBef>
                          <a:spcPts val="0"/>
                        </a:spcBef>
                        <a:spcAft>
                          <a:spcPts val="0"/>
                        </a:spcAft>
                        <a:buClr>
                          <a:srgbClr val="000000"/>
                        </a:buClr>
                        <a:buSzPts val="1300"/>
                        <a:buFont typeface="Arial"/>
                        <a:buNone/>
                      </a:pPr>
                      <a:r>
                        <a:rPr lang="en-IN" sz="1300" u="none" cap="none" strike="noStrike"/>
                        <a:t>Data Types</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0" marR="165100" rtl="0" algn="r">
                        <a:lnSpc>
                          <a:spcPct val="100000"/>
                        </a:lnSpc>
                        <a:spcBef>
                          <a:spcPts val="0"/>
                        </a:spcBef>
                        <a:spcAft>
                          <a:spcPts val="0"/>
                        </a:spcAft>
                        <a:buClr>
                          <a:srgbClr val="000000"/>
                        </a:buClr>
                        <a:buSzPts val="1300"/>
                        <a:buFont typeface="Arial"/>
                        <a:buNone/>
                      </a:pPr>
                      <a:r>
                        <a:rPr lang="en-IN" sz="1300" u="none" cap="none" strike="noStrike"/>
                        <a:t>Size</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200660" marR="0" rtl="0" algn="l">
                        <a:lnSpc>
                          <a:spcPct val="100000"/>
                        </a:lnSpc>
                        <a:spcBef>
                          <a:spcPts val="0"/>
                        </a:spcBef>
                        <a:spcAft>
                          <a:spcPts val="0"/>
                        </a:spcAft>
                        <a:buClr>
                          <a:srgbClr val="000000"/>
                        </a:buClr>
                        <a:buSzPts val="1300"/>
                        <a:buFont typeface="Arial"/>
                        <a:buNone/>
                      </a:pPr>
                      <a:r>
                        <a:rPr lang="en-IN" sz="1300" u="none" cap="none" strike="noStrike"/>
                        <a:t>Constraints</a:t>
                      </a:r>
                      <a:endParaRPr sz="1100" u="none" cap="none" strike="noStrike">
                        <a:latin typeface="Times New Roman"/>
                        <a:ea typeface="Times New Roman"/>
                        <a:cs typeface="Times New Roman"/>
                        <a:sym typeface="Times New Roman"/>
                      </a:endParaRPr>
                    </a:p>
                  </a:txBody>
                  <a:tcPr marT="0" marB="0" marR="0" marL="0"/>
                </a:tc>
              </a:tr>
              <a:tr h="325900">
                <a:tc>
                  <a:txBody>
                    <a:bodyPr/>
                    <a:lstStyle/>
                    <a:p>
                      <a:pPr indent="0" lvl="0" marL="92075" marR="0" rtl="0" algn="l">
                        <a:lnSpc>
                          <a:spcPct val="111923"/>
                        </a:lnSpc>
                        <a:spcBef>
                          <a:spcPts val="0"/>
                        </a:spcBef>
                        <a:spcAft>
                          <a:spcPts val="0"/>
                        </a:spcAft>
                        <a:buClr>
                          <a:srgbClr val="000000"/>
                        </a:buClr>
                        <a:buSzPts val="1300"/>
                        <a:buFont typeface="Arial"/>
                        <a:buNone/>
                      </a:pPr>
                      <a:r>
                        <a:rPr lang="en-IN" sz="1300" u="none" cap="none" strike="noStrike"/>
                        <a:t>mr_id</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383540" marR="2540" rtl="0" algn="ctr">
                        <a:lnSpc>
                          <a:spcPct val="111923"/>
                        </a:lnSpc>
                        <a:spcBef>
                          <a:spcPts val="0"/>
                        </a:spcBef>
                        <a:spcAft>
                          <a:spcPts val="0"/>
                        </a:spcAft>
                        <a:buClr>
                          <a:srgbClr val="000000"/>
                        </a:buClr>
                        <a:buSzPts val="1300"/>
                        <a:buFont typeface="Arial"/>
                        <a:buNone/>
                      </a:pPr>
                      <a:r>
                        <a:rPr lang="en-IN" sz="1300" u="none" cap="none" strike="noStrike"/>
                        <a:t>Int</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502919" marR="0" rtl="0" algn="l">
                        <a:lnSpc>
                          <a:spcPct val="111923"/>
                        </a:lnSpc>
                        <a:spcBef>
                          <a:spcPts val="0"/>
                        </a:spcBef>
                        <a:spcAft>
                          <a:spcPts val="0"/>
                        </a:spcAft>
                        <a:buClr>
                          <a:srgbClr val="000000"/>
                        </a:buClr>
                        <a:buSzPts val="1300"/>
                        <a:buFont typeface="Arial"/>
                        <a:buNone/>
                      </a:pPr>
                      <a:r>
                        <a:rPr lang="en-IN" sz="1300" u="none" cap="none" strike="noStrike"/>
                        <a:t>5</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184150" marR="0" rtl="0" algn="l">
                        <a:lnSpc>
                          <a:spcPct val="111923"/>
                        </a:lnSpc>
                        <a:spcBef>
                          <a:spcPts val="0"/>
                        </a:spcBef>
                        <a:spcAft>
                          <a:spcPts val="0"/>
                        </a:spcAft>
                        <a:buClr>
                          <a:srgbClr val="000000"/>
                        </a:buClr>
                        <a:buSzPts val="1300"/>
                        <a:buFont typeface="Arial"/>
                        <a:buNone/>
                      </a:pPr>
                      <a:r>
                        <a:rPr lang="en-IN" sz="1300" u="none" cap="none" strike="noStrike"/>
                        <a:t>Primary key</a:t>
                      </a:r>
                      <a:endParaRPr sz="1100" u="none" cap="none" strike="noStrike">
                        <a:latin typeface="Times New Roman"/>
                        <a:ea typeface="Times New Roman"/>
                        <a:cs typeface="Times New Roman"/>
                        <a:sym typeface="Times New Roman"/>
                      </a:endParaRPr>
                    </a:p>
                  </a:txBody>
                  <a:tcPr marT="0" marB="0" marR="0" marL="0"/>
                </a:tc>
              </a:tr>
              <a:tr h="327825">
                <a:tc>
                  <a:txBody>
                    <a:bodyPr/>
                    <a:lstStyle/>
                    <a:p>
                      <a:pPr indent="0" lvl="0" marL="76835" marR="0" rtl="0" algn="l">
                        <a:lnSpc>
                          <a:spcPct val="112692"/>
                        </a:lnSpc>
                        <a:spcBef>
                          <a:spcPts val="0"/>
                        </a:spcBef>
                        <a:spcAft>
                          <a:spcPts val="0"/>
                        </a:spcAft>
                        <a:buClr>
                          <a:srgbClr val="000000"/>
                        </a:buClr>
                        <a:buSzPts val="1300"/>
                        <a:buFont typeface="Arial"/>
                        <a:buNone/>
                      </a:pPr>
                      <a:r>
                        <a:rPr lang="en-IN" sz="1300" u="none" cap="none" strike="noStrike"/>
                        <a:t>u_id</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383540" marR="1905" rtl="0" algn="ctr">
                        <a:lnSpc>
                          <a:spcPct val="112692"/>
                        </a:lnSpc>
                        <a:spcBef>
                          <a:spcPts val="0"/>
                        </a:spcBef>
                        <a:spcAft>
                          <a:spcPts val="0"/>
                        </a:spcAft>
                        <a:buClr>
                          <a:srgbClr val="000000"/>
                        </a:buClr>
                        <a:buSzPts val="1300"/>
                        <a:buFont typeface="Arial"/>
                        <a:buNone/>
                      </a:pPr>
                      <a:r>
                        <a:rPr lang="en-IN" sz="1300" u="none" cap="none" strike="noStrike"/>
                        <a:t>Varchar</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0" marR="222250" rtl="0" algn="r">
                        <a:lnSpc>
                          <a:spcPct val="112692"/>
                        </a:lnSpc>
                        <a:spcBef>
                          <a:spcPts val="0"/>
                        </a:spcBef>
                        <a:spcAft>
                          <a:spcPts val="0"/>
                        </a:spcAft>
                        <a:buClr>
                          <a:srgbClr val="000000"/>
                        </a:buClr>
                        <a:buSzPts val="1300"/>
                        <a:buFont typeface="Arial"/>
                        <a:buNone/>
                      </a:pPr>
                      <a:r>
                        <a:rPr lang="en-IN" sz="1300" u="none" cap="none" strike="noStrike"/>
                        <a:t>50</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178435" marR="0" rtl="0" algn="l">
                        <a:lnSpc>
                          <a:spcPct val="112692"/>
                        </a:lnSpc>
                        <a:spcBef>
                          <a:spcPts val="0"/>
                        </a:spcBef>
                        <a:spcAft>
                          <a:spcPts val="0"/>
                        </a:spcAft>
                        <a:buClr>
                          <a:srgbClr val="000000"/>
                        </a:buClr>
                        <a:buSzPts val="1300"/>
                        <a:buFont typeface="Arial"/>
                        <a:buNone/>
                      </a:pPr>
                      <a:r>
                        <a:rPr lang="en-IN" sz="1300" u="none" cap="none" strike="noStrike"/>
                        <a:t>Not null</a:t>
                      </a:r>
                      <a:endParaRPr sz="1100" u="none" cap="none" strike="noStrike">
                        <a:latin typeface="Times New Roman"/>
                        <a:ea typeface="Times New Roman"/>
                        <a:cs typeface="Times New Roman"/>
                        <a:sym typeface="Times New Roman"/>
                      </a:endParaRPr>
                    </a:p>
                  </a:txBody>
                  <a:tcPr marT="0" marB="0" marR="0" marL="0"/>
                </a:tc>
              </a:tr>
              <a:tr h="291600">
                <a:tc>
                  <a:txBody>
                    <a:bodyPr/>
                    <a:lstStyle/>
                    <a:p>
                      <a:pPr indent="0" lvl="0" marL="76835" marR="0" rtl="0" algn="l">
                        <a:lnSpc>
                          <a:spcPct val="110000"/>
                        </a:lnSpc>
                        <a:spcBef>
                          <a:spcPts val="0"/>
                        </a:spcBef>
                        <a:spcAft>
                          <a:spcPts val="0"/>
                        </a:spcAft>
                        <a:buClr>
                          <a:srgbClr val="000000"/>
                        </a:buClr>
                        <a:buSzPts val="1300"/>
                        <a:buFont typeface="Arial"/>
                        <a:buNone/>
                      </a:pPr>
                      <a:r>
                        <a:rPr lang="en-IN" sz="1300" u="none" cap="none" strike="noStrike"/>
                        <a:t>pdf_file</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383540" marR="1270" rtl="0" algn="ctr">
                        <a:lnSpc>
                          <a:spcPct val="110000"/>
                        </a:lnSpc>
                        <a:spcBef>
                          <a:spcPts val="0"/>
                        </a:spcBef>
                        <a:spcAft>
                          <a:spcPts val="0"/>
                        </a:spcAft>
                        <a:buClr>
                          <a:srgbClr val="000000"/>
                        </a:buClr>
                        <a:buSzPts val="1300"/>
                        <a:buFont typeface="Arial"/>
                        <a:buNone/>
                      </a:pPr>
                      <a:r>
                        <a:rPr lang="en-IN" sz="1300" u="none" cap="none" strike="noStrike"/>
                        <a:t>Varchar</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0" marR="221615" rtl="0" algn="r">
                        <a:lnSpc>
                          <a:spcPct val="110000"/>
                        </a:lnSpc>
                        <a:spcBef>
                          <a:spcPts val="0"/>
                        </a:spcBef>
                        <a:spcAft>
                          <a:spcPts val="0"/>
                        </a:spcAft>
                        <a:buClr>
                          <a:srgbClr val="000000"/>
                        </a:buClr>
                        <a:buSzPts val="1300"/>
                        <a:buFont typeface="Arial"/>
                        <a:buNone/>
                      </a:pPr>
                      <a:r>
                        <a:rPr lang="en-IN" sz="1300" u="none" cap="none" strike="noStrike"/>
                        <a:t>50</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180975" marR="0" rtl="0" algn="l">
                        <a:lnSpc>
                          <a:spcPct val="110000"/>
                        </a:lnSpc>
                        <a:spcBef>
                          <a:spcPts val="0"/>
                        </a:spcBef>
                        <a:spcAft>
                          <a:spcPts val="0"/>
                        </a:spcAft>
                        <a:buClr>
                          <a:srgbClr val="000000"/>
                        </a:buClr>
                        <a:buSzPts val="1300"/>
                        <a:buFont typeface="Arial"/>
                        <a:buNone/>
                      </a:pPr>
                      <a:r>
                        <a:rPr lang="en-IN" sz="1300" u="none" cap="none" strike="noStrike"/>
                        <a:t>Not null</a:t>
                      </a:r>
                      <a:endParaRPr sz="1100" u="none" cap="none" strike="noStrike">
                        <a:latin typeface="Times New Roman"/>
                        <a:ea typeface="Times New Roman"/>
                        <a:cs typeface="Times New Roman"/>
                        <a:sym typeface="Times New Roman"/>
                      </a:endParaRPr>
                    </a:p>
                  </a:txBody>
                  <a:tcPr marT="0" marB="0" marR="0" marL="0"/>
                </a:tc>
              </a:tr>
            </a:tbl>
          </a:graphicData>
        </a:graphic>
      </p:graphicFrame>
      <p:pic>
        <p:nvPicPr>
          <p:cNvPr id="342" name="Google Shape;342;g3346804e54d_0_76"/>
          <p:cNvPicPr preferRelativeResize="0"/>
          <p:nvPr/>
        </p:nvPicPr>
        <p:blipFill rotWithShape="1">
          <a:blip r:embed="rId3">
            <a:alphaModFix/>
          </a:blip>
          <a:srcRect b="0" l="0" r="0" t="0"/>
          <a:stretch/>
        </p:blipFill>
        <p:spPr>
          <a:xfrm>
            <a:off x="10115550" y="66675"/>
            <a:ext cx="1990726" cy="55811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46" name="Shape 346"/>
        <p:cNvGrpSpPr/>
        <p:nvPr/>
      </p:nvGrpSpPr>
      <p:grpSpPr>
        <a:xfrm>
          <a:off x="0" y="0"/>
          <a:ext cx="0" cy="0"/>
          <a:chOff x="0" y="0"/>
          <a:chExt cx="0" cy="0"/>
        </a:xfrm>
      </p:grpSpPr>
      <p:sp>
        <p:nvSpPr>
          <p:cNvPr id="347" name="Google Shape;347;p5"/>
          <p:cNvSpPr/>
          <p:nvPr>
            <p:ph idx="12" type="sldNum"/>
          </p:nvPr>
        </p:nvSpPr>
        <p:spPr>
          <a:xfrm>
            <a:off x="10799622" y="6492295"/>
            <a:ext cx="365700" cy="365700"/>
          </a:xfrm>
          <a:prstGeom prst="ellipse">
            <a:avLst/>
          </a:prstGeom>
          <a:solidFill>
            <a:srgbClr val="1D1D1D">
              <a:alpha val="69020"/>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sp>
        <p:nvSpPr>
          <p:cNvPr id="348" name="Google Shape;348;p5"/>
          <p:cNvSpPr/>
          <p:nvPr/>
        </p:nvSpPr>
        <p:spPr>
          <a:xfrm>
            <a:off x="-1" y="139047"/>
            <a:ext cx="6892119" cy="646331"/>
          </a:xfrm>
          <a:prstGeom prst="rect">
            <a:avLst/>
          </a:prstGeom>
          <a:noFill/>
          <a:ln>
            <a:noFill/>
          </a:ln>
        </p:spPr>
        <p:txBody>
          <a:bodyPr anchorCtr="0" anchor="t" bIns="45700" lIns="91425" spcFirstLastPara="1" rIns="91425" wrap="square" tIns="45700">
            <a:spAutoFit/>
          </a:bodyPr>
          <a:lstStyle/>
          <a:p>
            <a:pPr indent="0" lvl="0" marL="381000" marR="5051425"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Times New Roman"/>
                <a:ea typeface="Times New Roman"/>
                <a:cs typeface="Times New Roman"/>
                <a:sym typeface="Times New Roman"/>
              </a:rPr>
              <a:t>User Resume</a:t>
            </a:r>
            <a:endParaRPr b="1" i="0" sz="1200" u="none" cap="none" strike="noStrike">
              <a:solidFill>
                <a:srgbClr val="000000"/>
              </a:solidFill>
              <a:latin typeface="Times New Roman"/>
              <a:ea typeface="Times New Roman"/>
              <a:cs typeface="Times New Roman"/>
              <a:sym typeface="Times New Roman"/>
            </a:endParaRPr>
          </a:p>
        </p:txBody>
      </p:sp>
      <p:graphicFrame>
        <p:nvGraphicFramePr>
          <p:cNvPr id="349" name="Google Shape;349;p5"/>
          <p:cNvGraphicFramePr/>
          <p:nvPr/>
        </p:nvGraphicFramePr>
        <p:xfrm>
          <a:off x="0" y="785378"/>
          <a:ext cx="3000000" cy="3000000"/>
        </p:xfrm>
        <a:graphic>
          <a:graphicData uri="http://schemas.openxmlformats.org/drawingml/2006/table">
            <a:tbl>
              <a:tblPr bandCol="1" bandRow="1" firstCol="1" firstRow="1" lastCol="1" lastRow="1">
                <a:noFill/>
                <a:tableStyleId>{58FBF52A-729C-4566-B371-E38BB0ACAC22}</a:tableStyleId>
              </a:tblPr>
              <a:tblGrid>
                <a:gridCol w="1659900"/>
                <a:gridCol w="1976750"/>
                <a:gridCol w="852175"/>
                <a:gridCol w="1042675"/>
              </a:tblGrid>
              <a:tr h="267375">
                <a:tc>
                  <a:txBody>
                    <a:bodyPr/>
                    <a:lstStyle/>
                    <a:p>
                      <a:pPr indent="0" lvl="0" marL="77470" marR="0" rtl="0" algn="l">
                        <a:lnSpc>
                          <a:spcPct val="100000"/>
                        </a:lnSpc>
                        <a:spcBef>
                          <a:spcPts val="0"/>
                        </a:spcBef>
                        <a:spcAft>
                          <a:spcPts val="0"/>
                        </a:spcAft>
                        <a:buClr>
                          <a:srgbClr val="000000"/>
                        </a:buClr>
                        <a:buSzPts val="1300"/>
                        <a:buFont typeface="Arial"/>
                        <a:buNone/>
                      </a:pPr>
                      <a:r>
                        <a:rPr lang="en-IN" sz="1300" u="none" cap="none" strike="noStrike"/>
                        <a:t>Field Name</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426719" marR="40005" rtl="0" algn="ctr">
                        <a:lnSpc>
                          <a:spcPct val="100000"/>
                        </a:lnSpc>
                        <a:spcBef>
                          <a:spcPts val="0"/>
                        </a:spcBef>
                        <a:spcAft>
                          <a:spcPts val="0"/>
                        </a:spcAft>
                        <a:buClr>
                          <a:srgbClr val="000000"/>
                        </a:buClr>
                        <a:buSzPts val="1300"/>
                        <a:buFont typeface="Arial"/>
                        <a:buNone/>
                      </a:pPr>
                      <a:r>
                        <a:rPr lang="en-IN" sz="1300" u="none" cap="none" strike="noStrike"/>
                        <a:t>Data Types</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0" marR="161290" rtl="0" algn="r">
                        <a:lnSpc>
                          <a:spcPct val="100000"/>
                        </a:lnSpc>
                        <a:spcBef>
                          <a:spcPts val="0"/>
                        </a:spcBef>
                        <a:spcAft>
                          <a:spcPts val="0"/>
                        </a:spcAft>
                        <a:buClr>
                          <a:srgbClr val="000000"/>
                        </a:buClr>
                        <a:buSzPts val="1300"/>
                        <a:buFont typeface="Arial"/>
                        <a:buNone/>
                      </a:pPr>
                      <a:r>
                        <a:rPr lang="en-IN" sz="1300" u="none" cap="none" strike="noStrike"/>
                        <a:t>Size</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200025" marR="0" rtl="0" algn="l">
                        <a:lnSpc>
                          <a:spcPct val="100000"/>
                        </a:lnSpc>
                        <a:spcBef>
                          <a:spcPts val="0"/>
                        </a:spcBef>
                        <a:spcAft>
                          <a:spcPts val="0"/>
                        </a:spcAft>
                        <a:buClr>
                          <a:srgbClr val="000000"/>
                        </a:buClr>
                        <a:buSzPts val="1300"/>
                        <a:buFont typeface="Arial"/>
                        <a:buNone/>
                      </a:pPr>
                      <a:r>
                        <a:rPr lang="en-IN" sz="1300" u="none" cap="none" strike="noStrike"/>
                        <a:t>Constraints</a:t>
                      </a:r>
                      <a:endParaRPr sz="1100" u="none" cap="none" strike="noStrike">
                        <a:latin typeface="Times New Roman"/>
                        <a:ea typeface="Times New Roman"/>
                        <a:cs typeface="Times New Roman"/>
                        <a:sym typeface="Times New Roman"/>
                      </a:endParaRPr>
                    </a:p>
                  </a:txBody>
                  <a:tcPr marT="0" marB="0" marR="0" marL="0"/>
                </a:tc>
              </a:tr>
              <a:tr h="243400">
                <a:tc>
                  <a:txBody>
                    <a:bodyPr/>
                    <a:lstStyle/>
                    <a:p>
                      <a:pPr indent="0" lvl="0" marL="77470" marR="0" rtl="0" algn="l">
                        <a:lnSpc>
                          <a:spcPct val="111923"/>
                        </a:lnSpc>
                        <a:spcBef>
                          <a:spcPts val="0"/>
                        </a:spcBef>
                        <a:spcAft>
                          <a:spcPts val="0"/>
                        </a:spcAft>
                        <a:buClr>
                          <a:srgbClr val="000000"/>
                        </a:buClr>
                        <a:buSzPts val="1300"/>
                        <a:buFont typeface="Arial"/>
                        <a:buNone/>
                      </a:pPr>
                      <a:r>
                        <a:rPr lang="en-IN" sz="1300" u="none" cap="none" strike="noStrike"/>
                        <a:t>re_id</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426719" marR="36830" rtl="0" algn="ctr">
                        <a:lnSpc>
                          <a:spcPct val="111923"/>
                        </a:lnSpc>
                        <a:spcBef>
                          <a:spcPts val="0"/>
                        </a:spcBef>
                        <a:spcAft>
                          <a:spcPts val="0"/>
                        </a:spcAft>
                        <a:buClr>
                          <a:srgbClr val="000000"/>
                        </a:buClr>
                        <a:buSzPts val="1300"/>
                        <a:buFont typeface="Arial"/>
                        <a:buNone/>
                      </a:pPr>
                      <a:r>
                        <a:rPr lang="en-IN" sz="1300" u="none" cap="none" strike="noStrike"/>
                        <a:t>Int</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503555" marR="0" rtl="0" algn="l">
                        <a:lnSpc>
                          <a:spcPct val="111923"/>
                        </a:lnSpc>
                        <a:spcBef>
                          <a:spcPts val="0"/>
                        </a:spcBef>
                        <a:spcAft>
                          <a:spcPts val="0"/>
                        </a:spcAft>
                        <a:buClr>
                          <a:srgbClr val="000000"/>
                        </a:buClr>
                        <a:buSzPts val="1300"/>
                        <a:buFont typeface="Arial"/>
                        <a:buNone/>
                      </a:pPr>
                      <a:r>
                        <a:rPr lang="en-IN" sz="1300" u="none" cap="none" strike="noStrike"/>
                        <a:t>5</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184785" marR="0" rtl="0" algn="l">
                        <a:lnSpc>
                          <a:spcPct val="111923"/>
                        </a:lnSpc>
                        <a:spcBef>
                          <a:spcPts val="0"/>
                        </a:spcBef>
                        <a:spcAft>
                          <a:spcPts val="0"/>
                        </a:spcAft>
                        <a:buClr>
                          <a:srgbClr val="000000"/>
                        </a:buClr>
                        <a:buSzPts val="1300"/>
                        <a:buFont typeface="Arial"/>
                        <a:buNone/>
                      </a:pPr>
                      <a:r>
                        <a:rPr lang="en-IN" sz="1300" u="none" cap="none" strike="noStrike"/>
                        <a:t>Primary key</a:t>
                      </a:r>
                      <a:endParaRPr sz="1100" u="none" cap="none" strike="noStrike">
                        <a:latin typeface="Times New Roman"/>
                        <a:ea typeface="Times New Roman"/>
                        <a:cs typeface="Times New Roman"/>
                        <a:sym typeface="Times New Roman"/>
                      </a:endParaRPr>
                    </a:p>
                  </a:txBody>
                  <a:tcPr marT="0" marB="0" marR="0" marL="0"/>
                </a:tc>
              </a:tr>
              <a:tr h="244800">
                <a:tc>
                  <a:txBody>
                    <a:bodyPr/>
                    <a:lstStyle/>
                    <a:p>
                      <a:pPr indent="0" lvl="0" marL="77470" marR="0" rtl="0" algn="l">
                        <a:lnSpc>
                          <a:spcPct val="111923"/>
                        </a:lnSpc>
                        <a:spcBef>
                          <a:spcPts val="0"/>
                        </a:spcBef>
                        <a:spcAft>
                          <a:spcPts val="0"/>
                        </a:spcAft>
                        <a:buClr>
                          <a:srgbClr val="000000"/>
                        </a:buClr>
                        <a:buSzPts val="1300"/>
                        <a:buFont typeface="Arial"/>
                        <a:buNone/>
                      </a:pPr>
                      <a:r>
                        <a:rPr lang="en-IN" sz="1300" u="none" cap="none" strike="noStrike"/>
                        <a:t>u_id</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426719" marR="37465" rtl="0" algn="ctr">
                        <a:lnSpc>
                          <a:spcPct val="111923"/>
                        </a:lnSpc>
                        <a:spcBef>
                          <a:spcPts val="0"/>
                        </a:spcBef>
                        <a:spcAft>
                          <a:spcPts val="0"/>
                        </a:spcAft>
                        <a:buClr>
                          <a:srgbClr val="000000"/>
                        </a:buClr>
                        <a:buSzPts val="1300"/>
                        <a:buFont typeface="Arial"/>
                        <a:buNone/>
                      </a:pPr>
                      <a:r>
                        <a:rPr lang="en-IN" sz="1300" u="none" cap="none" strike="noStrike"/>
                        <a:t>Int</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505460" marR="0" rtl="0" algn="l">
                        <a:lnSpc>
                          <a:spcPct val="111923"/>
                        </a:lnSpc>
                        <a:spcBef>
                          <a:spcPts val="0"/>
                        </a:spcBef>
                        <a:spcAft>
                          <a:spcPts val="0"/>
                        </a:spcAft>
                        <a:buClr>
                          <a:srgbClr val="000000"/>
                        </a:buClr>
                        <a:buSzPts val="1300"/>
                        <a:buFont typeface="Arial"/>
                        <a:buNone/>
                      </a:pPr>
                      <a:r>
                        <a:rPr lang="en-IN" sz="1300" u="none" cap="none" strike="noStrike"/>
                        <a:t>5</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177165" marR="0" rtl="0" algn="l">
                        <a:lnSpc>
                          <a:spcPct val="111923"/>
                        </a:lnSpc>
                        <a:spcBef>
                          <a:spcPts val="0"/>
                        </a:spcBef>
                        <a:spcAft>
                          <a:spcPts val="0"/>
                        </a:spcAft>
                        <a:buClr>
                          <a:srgbClr val="000000"/>
                        </a:buClr>
                        <a:buSzPts val="1300"/>
                        <a:buFont typeface="Arial"/>
                        <a:buNone/>
                      </a:pPr>
                      <a:r>
                        <a:rPr lang="en-IN" sz="1300" u="none" cap="none" strike="noStrike"/>
                        <a:t>Primary key</a:t>
                      </a:r>
                      <a:endParaRPr sz="1100" u="none" cap="none" strike="noStrike">
                        <a:latin typeface="Times New Roman"/>
                        <a:ea typeface="Times New Roman"/>
                        <a:cs typeface="Times New Roman"/>
                        <a:sym typeface="Times New Roman"/>
                      </a:endParaRPr>
                    </a:p>
                  </a:txBody>
                  <a:tcPr marT="0" marB="0" marR="0" marL="0"/>
                </a:tc>
              </a:tr>
              <a:tr h="214475">
                <a:tc>
                  <a:txBody>
                    <a:bodyPr/>
                    <a:lstStyle/>
                    <a:p>
                      <a:pPr indent="0" lvl="0" marL="77470" marR="0" rtl="0" algn="l">
                        <a:lnSpc>
                          <a:spcPct val="109230"/>
                        </a:lnSpc>
                        <a:spcBef>
                          <a:spcPts val="0"/>
                        </a:spcBef>
                        <a:spcAft>
                          <a:spcPts val="0"/>
                        </a:spcAft>
                        <a:buClr>
                          <a:srgbClr val="000000"/>
                        </a:buClr>
                        <a:buSzPts val="1300"/>
                        <a:buFont typeface="Arial"/>
                        <a:buNone/>
                      </a:pPr>
                      <a:r>
                        <a:rPr lang="en-IN" sz="1300" u="none" cap="none" strike="noStrike"/>
                        <a:t>education</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426719" marR="36195" rtl="0" algn="ctr">
                        <a:lnSpc>
                          <a:spcPct val="109230"/>
                        </a:lnSpc>
                        <a:spcBef>
                          <a:spcPts val="0"/>
                        </a:spcBef>
                        <a:spcAft>
                          <a:spcPts val="0"/>
                        </a:spcAft>
                        <a:buClr>
                          <a:srgbClr val="000000"/>
                        </a:buClr>
                        <a:buSzPts val="1300"/>
                        <a:buFont typeface="Arial"/>
                        <a:buNone/>
                      </a:pPr>
                      <a:r>
                        <a:rPr lang="en-IN" sz="1300" u="none" cap="none" strike="noStrike"/>
                        <a:t>Varchar</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0" marR="219075" rtl="0" algn="r">
                        <a:lnSpc>
                          <a:spcPct val="109230"/>
                        </a:lnSpc>
                        <a:spcBef>
                          <a:spcPts val="0"/>
                        </a:spcBef>
                        <a:spcAft>
                          <a:spcPts val="0"/>
                        </a:spcAft>
                        <a:buClr>
                          <a:srgbClr val="000000"/>
                        </a:buClr>
                        <a:buSzPts val="1300"/>
                        <a:buFont typeface="Arial"/>
                        <a:buNone/>
                      </a:pPr>
                      <a:r>
                        <a:rPr lang="en-IN" sz="1300" u="none" cap="none" strike="noStrike"/>
                        <a:t>50</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181610" marR="0" rtl="0" algn="l">
                        <a:lnSpc>
                          <a:spcPct val="109230"/>
                        </a:lnSpc>
                        <a:spcBef>
                          <a:spcPts val="0"/>
                        </a:spcBef>
                        <a:spcAft>
                          <a:spcPts val="0"/>
                        </a:spcAft>
                        <a:buClr>
                          <a:srgbClr val="000000"/>
                        </a:buClr>
                        <a:buSzPts val="1300"/>
                        <a:buFont typeface="Arial"/>
                        <a:buNone/>
                      </a:pPr>
                      <a:r>
                        <a:rPr lang="en-IN" sz="1300" u="none" cap="none" strike="noStrike"/>
                        <a:t>Not null</a:t>
                      </a:r>
                      <a:endParaRPr sz="1100" u="none" cap="none" strike="noStrike">
                        <a:latin typeface="Times New Roman"/>
                        <a:ea typeface="Times New Roman"/>
                        <a:cs typeface="Times New Roman"/>
                        <a:sym typeface="Times New Roman"/>
                      </a:endParaRPr>
                    </a:p>
                  </a:txBody>
                  <a:tcPr marT="0" marB="0" marR="0" marL="0"/>
                </a:tc>
              </a:tr>
              <a:tr h="212350">
                <a:tc>
                  <a:txBody>
                    <a:bodyPr/>
                    <a:lstStyle/>
                    <a:p>
                      <a:pPr indent="0" lvl="0" marL="77470" marR="0" rtl="0" algn="l">
                        <a:lnSpc>
                          <a:spcPct val="108076"/>
                        </a:lnSpc>
                        <a:spcBef>
                          <a:spcPts val="0"/>
                        </a:spcBef>
                        <a:spcAft>
                          <a:spcPts val="0"/>
                        </a:spcAft>
                        <a:buClr>
                          <a:srgbClr val="000000"/>
                        </a:buClr>
                        <a:buSzPts val="1300"/>
                        <a:buFont typeface="Arial"/>
                        <a:buNone/>
                      </a:pPr>
                      <a:r>
                        <a:rPr lang="en-IN" sz="1300" u="none" cap="none" strike="noStrike"/>
                        <a:t>skill</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426719" marR="0" rtl="0" algn="ctr">
                        <a:lnSpc>
                          <a:spcPct val="108076"/>
                        </a:lnSpc>
                        <a:spcBef>
                          <a:spcPts val="0"/>
                        </a:spcBef>
                        <a:spcAft>
                          <a:spcPts val="0"/>
                        </a:spcAft>
                        <a:buClr>
                          <a:srgbClr val="000000"/>
                        </a:buClr>
                        <a:buSzPts val="1300"/>
                        <a:buFont typeface="Arial"/>
                        <a:buNone/>
                      </a:pPr>
                      <a:r>
                        <a:rPr lang="en-IN" sz="1300" u="none" cap="none" strike="noStrike"/>
                        <a:t>Varchar</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0" marR="219075" rtl="0" algn="r">
                        <a:lnSpc>
                          <a:spcPct val="108076"/>
                        </a:lnSpc>
                        <a:spcBef>
                          <a:spcPts val="0"/>
                        </a:spcBef>
                        <a:spcAft>
                          <a:spcPts val="0"/>
                        </a:spcAft>
                        <a:buClr>
                          <a:srgbClr val="000000"/>
                        </a:buClr>
                        <a:buSzPts val="1300"/>
                        <a:buFont typeface="Arial"/>
                        <a:buNone/>
                      </a:pPr>
                      <a:r>
                        <a:rPr lang="en-IN" sz="1300" u="none" cap="none" strike="noStrike"/>
                        <a:t>10</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181610" marR="0" rtl="0" algn="l">
                        <a:lnSpc>
                          <a:spcPct val="108076"/>
                        </a:lnSpc>
                        <a:spcBef>
                          <a:spcPts val="0"/>
                        </a:spcBef>
                        <a:spcAft>
                          <a:spcPts val="0"/>
                        </a:spcAft>
                        <a:buClr>
                          <a:srgbClr val="000000"/>
                        </a:buClr>
                        <a:buSzPts val="1300"/>
                        <a:buFont typeface="Arial"/>
                        <a:buNone/>
                      </a:pPr>
                      <a:r>
                        <a:rPr lang="en-IN" sz="1300" u="none" cap="none" strike="noStrike"/>
                        <a:t>Not null</a:t>
                      </a:r>
                      <a:endParaRPr sz="1100" u="none" cap="none" strike="noStrike">
                        <a:latin typeface="Times New Roman"/>
                        <a:ea typeface="Times New Roman"/>
                        <a:cs typeface="Times New Roman"/>
                        <a:sym typeface="Times New Roman"/>
                      </a:endParaRPr>
                    </a:p>
                  </a:txBody>
                  <a:tcPr marT="0" marB="0" marR="0" marL="0"/>
                </a:tc>
              </a:tr>
              <a:tr h="215875">
                <a:tc>
                  <a:txBody>
                    <a:bodyPr/>
                    <a:lstStyle/>
                    <a:p>
                      <a:pPr indent="0" lvl="0" marL="77470" marR="0" rtl="0" algn="l">
                        <a:lnSpc>
                          <a:spcPct val="109230"/>
                        </a:lnSpc>
                        <a:spcBef>
                          <a:spcPts val="0"/>
                        </a:spcBef>
                        <a:spcAft>
                          <a:spcPts val="0"/>
                        </a:spcAft>
                        <a:buClr>
                          <a:srgbClr val="000000"/>
                        </a:buClr>
                        <a:buSzPts val="1300"/>
                        <a:buFont typeface="Arial"/>
                        <a:buNone/>
                      </a:pPr>
                      <a:r>
                        <a:rPr lang="en-IN" sz="1300" u="none" cap="none" strike="noStrike"/>
                        <a:t>Experience</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426719" marR="36195" rtl="0" algn="ctr">
                        <a:lnSpc>
                          <a:spcPct val="109230"/>
                        </a:lnSpc>
                        <a:spcBef>
                          <a:spcPts val="0"/>
                        </a:spcBef>
                        <a:spcAft>
                          <a:spcPts val="0"/>
                        </a:spcAft>
                        <a:buClr>
                          <a:srgbClr val="000000"/>
                        </a:buClr>
                        <a:buSzPts val="1300"/>
                        <a:buFont typeface="Arial"/>
                        <a:buNone/>
                      </a:pPr>
                      <a:r>
                        <a:rPr lang="en-IN" sz="1300" u="none" cap="none" strike="noStrike"/>
                        <a:t>Varchar</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505460" marR="0" rtl="0" algn="l">
                        <a:lnSpc>
                          <a:spcPct val="109230"/>
                        </a:lnSpc>
                        <a:spcBef>
                          <a:spcPts val="0"/>
                        </a:spcBef>
                        <a:spcAft>
                          <a:spcPts val="0"/>
                        </a:spcAft>
                        <a:buClr>
                          <a:srgbClr val="000000"/>
                        </a:buClr>
                        <a:buSzPts val="1300"/>
                        <a:buFont typeface="Arial"/>
                        <a:buNone/>
                      </a:pPr>
                      <a:r>
                        <a:rPr lang="en-IN" sz="1300" u="none" cap="none" strike="noStrike"/>
                        <a:t>5</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181610" marR="0" rtl="0" algn="l">
                        <a:lnSpc>
                          <a:spcPct val="109230"/>
                        </a:lnSpc>
                        <a:spcBef>
                          <a:spcPts val="0"/>
                        </a:spcBef>
                        <a:spcAft>
                          <a:spcPts val="0"/>
                        </a:spcAft>
                        <a:buClr>
                          <a:srgbClr val="000000"/>
                        </a:buClr>
                        <a:buSzPts val="1300"/>
                        <a:buFont typeface="Arial"/>
                        <a:buNone/>
                      </a:pPr>
                      <a:r>
                        <a:rPr lang="en-IN" sz="1300" u="none" cap="none" strike="noStrike"/>
                        <a:t>Not null</a:t>
                      </a:r>
                      <a:endParaRPr sz="1100" u="none" cap="none" strike="noStrike">
                        <a:latin typeface="Times New Roman"/>
                        <a:ea typeface="Times New Roman"/>
                        <a:cs typeface="Times New Roman"/>
                        <a:sym typeface="Times New Roman"/>
                      </a:endParaRPr>
                    </a:p>
                  </a:txBody>
                  <a:tcPr marT="0" marB="0" marR="0" marL="0"/>
                </a:tc>
              </a:tr>
            </a:tbl>
          </a:graphicData>
        </a:graphic>
      </p:graphicFrame>
      <p:sp>
        <p:nvSpPr>
          <p:cNvPr id="350" name="Google Shape;350;p5"/>
          <p:cNvSpPr/>
          <p:nvPr/>
        </p:nvSpPr>
        <p:spPr>
          <a:xfrm>
            <a:off x="-1" y="2416763"/>
            <a:ext cx="6673755" cy="369332"/>
          </a:xfrm>
          <a:prstGeom prst="rect">
            <a:avLst/>
          </a:prstGeom>
          <a:noFill/>
          <a:ln>
            <a:noFill/>
          </a:ln>
        </p:spPr>
        <p:txBody>
          <a:bodyPr anchorCtr="0" anchor="t" bIns="45700" lIns="91425" spcFirstLastPara="1" rIns="91425" wrap="square" tIns="45700">
            <a:spAutoFit/>
          </a:bodyPr>
          <a:lstStyle/>
          <a:p>
            <a:pPr indent="0" lvl="0" marL="381000" marR="5036185" rtl="0" algn="ctr">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Times New Roman"/>
                <a:ea typeface="Times New Roman"/>
                <a:cs typeface="Times New Roman"/>
                <a:sym typeface="Times New Roman"/>
              </a:rPr>
              <a:t>company</a:t>
            </a:r>
            <a:r>
              <a:rPr b="1" i="0" lang="en-IN" sz="1400" u="sng" cap="none" strike="noStrike">
                <a:solidFill>
                  <a:srgbClr val="000000"/>
                </a:solidFill>
                <a:latin typeface="Times New Roman"/>
                <a:ea typeface="Times New Roman"/>
                <a:cs typeface="Times New Roman"/>
                <a:sym typeface="Times New Roman"/>
              </a:rPr>
              <a:t>:</a:t>
            </a:r>
            <a:endParaRPr b="0" i="0" sz="1200" u="none" cap="none" strike="noStrike">
              <a:solidFill>
                <a:srgbClr val="000000"/>
              </a:solidFill>
              <a:latin typeface="Times New Roman"/>
              <a:ea typeface="Times New Roman"/>
              <a:cs typeface="Times New Roman"/>
              <a:sym typeface="Times New Roman"/>
            </a:endParaRPr>
          </a:p>
        </p:txBody>
      </p:sp>
      <p:graphicFrame>
        <p:nvGraphicFramePr>
          <p:cNvPr id="351" name="Google Shape;351;p5"/>
          <p:cNvGraphicFramePr/>
          <p:nvPr/>
        </p:nvGraphicFramePr>
        <p:xfrm>
          <a:off x="169693" y="2922372"/>
          <a:ext cx="3000000" cy="3000000"/>
        </p:xfrm>
        <a:graphic>
          <a:graphicData uri="http://schemas.openxmlformats.org/drawingml/2006/table">
            <a:tbl>
              <a:tblPr bandCol="1" bandRow="1" firstCol="1" firstRow="1" lastCol="1" lastRow="1">
                <a:noFill/>
                <a:tableStyleId>{58FBF52A-729C-4566-B371-E38BB0ACAC22}</a:tableStyleId>
              </a:tblPr>
              <a:tblGrid>
                <a:gridCol w="1654800"/>
                <a:gridCol w="1970400"/>
                <a:gridCol w="853450"/>
                <a:gridCol w="1041400"/>
              </a:tblGrid>
              <a:tr h="240675">
                <a:tc>
                  <a:txBody>
                    <a:bodyPr/>
                    <a:lstStyle/>
                    <a:p>
                      <a:pPr indent="0" lvl="0" marL="77470" marR="0" rtl="0" algn="l">
                        <a:lnSpc>
                          <a:spcPct val="100000"/>
                        </a:lnSpc>
                        <a:spcBef>
                          <a:spcPts val="0"/>
                        </a:spcBef>
                        <a:spcAft>
                          <a:spcPts val="0"/>
                        </a:spcAft>
                        <a:buClr>
                          <a:srgbClr val="000000"/>
                        </a:buClr>
                        <a:buSzPts val="1300"/>
                        <a:buFont typeface="Arial"/>
                        <a:buNone/>
                      </a:pPr>
                      <a:r>
                        <a:rPr lang="en-IN" sz="1300" u="none" cap="none" strike="noStrike"/>
                        <a:t>Field Name</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383540" marR="1905" rtl="0" algn="ctr">
                        <a:lnSpc>
                          <a:spcPct val="100000"/>
                        </a:lnSpc>
                        <a:spcBef>
                          <a:spcPts val="0"/>
                        </a:spcBef>
                        <a:spcAft>
                          <a:spcPts val="0"/>
                        </a:spcAft>
                        <a:buClr>
                          <a:srgbClr val="000000"/>
                        </a:buClr>
                        <a:buSzPts val="1300"/>
                        <a:buFont typeface="Arial"/>
                        <a:buNone/>
                      </a:pPr>
                      <a:r>
                        <a:rPr lang="en-IN" sz="1300" u="none" cap="none" strike="noStrike"/>
                        <a:t>Data Types</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0" marR="164465" rtl="0" algn="r">
                        <a:lnSpc>
                          <a:spcPct val="100000"/>
                        </a:lnSpc>
                        <a:spcBef>
                          <a:spcPts val="0"/>
                        </a:spcBef>
                        <a:spcAft>
                          <a:spcPts val="0"/>
                        </a:spcAft>
                        <a:buClr>
                          <a:srgbClr val="000000"/>
                        </a:buClr>
                        <a:buSzPts val="1300"/>
                        <a:buFont typeface="Arial"/>
                        <a:buNone/>
                      </a:pPr>
                      <a:r>
                        <a:rPr lang="en-IN" sz="1300" u="none" cap="none" strike="noStrike"/>
                        <a:t>Size</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201295" marR="0" rtl="0" algn="l">
                        <a:lnSpc>
                          <a:spcPct val="100000"/>
                        </a:lnSpc>
                        <a:spcBef>
                          <a:spcPts val="0"/>
                        </a:spcBef>
                        <a:spcAft>
                          <a:spcPts val="0"/>
                        </a:spcAft>
                        <a:buClr>
                          <a:srgbClr val="000000"/>
                        </a:buClr>
                        <a:buSzPts val="1300"/>
                        <a:buFont typeface="Arial"/>
                        <a:buNone/>
                      </a:pPr>
                      <a:r>
                        <a:rPr lang="en-IN" sz="1300" u="none" cap="none" strike="noStrike"/>
                        <a:t>Constraints</a:t>
                      </a:r>
                      <a:endParaRPr sz="1100" u="none" cap="none" strike="noStrike">
                        <a:latin typeface="Times New Roman"/>
                        <a:ea typeface="Times New Roman"/>
                        <a:cs typeface="Times New Roman"/>
                        <a:sym typeface="Times New Roman"/>
                      </a:endParaRPr>
                    </a:p>
                  </a:txBody>
                  <a:tcPr marT="0" marB="0" marR="0" marL="0"/>
                </a:tc>
              </a:tr>
              <a:tr h="219075">
                <a:tc>
                  <a:txBody>
                    <a:bodyPr/>
                    <a:lstStyle/>
                    <a:p>
                      <a:pPr indent="0" lvl="0" marL="92075" marR="0" rtl="0" algn="l">
                        <a:lnSpc>
                          <a:spcPct val="111923"/>
                        </a:lnSpc>
                        <a:spcBef>
                          <a:spcPts val="0"/>
                        </a:spcBef>
                        <a:spcAft>
                          <a:spcPts val="0"/>
                        </a:spcAft>
                        <a:buClr>
                          <a:srgbClr val="000000"/>
                        </a:buClr>
                        <a:buSzPts val="1300"/>
                        <a:buFont typeface="Arial"/>
                        <a:buNone/>
                      </a:pPr>
                      <a:r>
                        <a:rPr lang="en-IN" sz="1300" u="none" cap="none" strike="noStrike"/>
                        <a:t>com_id</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383540" marR="0" rtl="0" algn="ctr">
                        <a:lnSpc>
                          <a:spcPct val="111923"/>
                        </a:lnSpc>
                        <a:spcBef>
                          <a:spcPts val="0"/>
                        </a:spcBef>
                        <a:spcAft>
                          <a:spcPts val="0"/>
                        </a:spcAft>
                        <a:buClr>
                          <a:srgbClr val="000000"/>
                        </a:buClr>
                        <a:buSzPts val="1300"/>
                        <a:buFont typeface="Arial"/>
                        <a:buNone/>
                      </a:pPr>
                      <a:r>
                        <a:rPr lang="en-IN" sz="1300" u="none" cap="none" strike="noStrike"/>
                        <a:t>Int</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0" marR="268605" rtl="0" algn="r">
                        <a:lnSpc>
                          <a:spcPct val="111923"/>
                        </a:lnSpc>
                        <a:spcBef>
                          <a:spcPts val="0"/>
                        </a:spcBef>
                        <a:spcAft>
                          <a:spcPts val="0"/>
                        </a:spcAft>
                        <a:buClr>
                          <a:srgbClr val="000000"/>
                        </a:buClr>
                        <a:buSzPts val="1300"/>
                        <a:buFont typeface="Arial"/>
                        <a:buNone/>
                      </a:pPr>
                      <a:r>
                        <a:rPr lang="en-IN" sz="1300" u="none" cap="none" strike="noStrike"/>
                        <a:t>5</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184785" marR="0" rtl="0" algn="l">
                        <a:lnSpc>
                          <a:spcPct val="111923"/>
                        </a:lnSpc>
                        <a:spcBef>
                          <a:spcPts val="0"/>
                        </a:spcBef>
                        <a:spcAft>
                          <a:spcPts val="0"/>
                        </a:spcAft>
                        <a:buClr>
                          <a:srgbClr val="000000"/>
                        </a:buClr>
                        <a:buSzPts val="1300"/>
                        <a:buFont typeface="Arial"/>
                        <a:buNone/>
                      </a:pPr>
                      <a:r>
                        <a:rPr lang="en-IN" sz="1300" u="none" cap="none" strike="noStrike"/>
                        <a:t>Primary key</a:t>
                      </a:r>
                      <a:endParaRPr sz="1100" u="none" cap="none" strike="noStrike">
                        <a:latin typeface="Times New Roman"/>
                        <a:ea typeface="Times New Roman"/>
                        <a:cs typeface="Times New Roman"/>
                        <a:sym typeface="Times New Roman"/>
                      </a:endParaRPr>
                    </a:p>
                  </a:txBody>
                  <a:tcPr marT="0" marB="0" marR="0" marL="0"/>
                </a:tc>
              </a:tr>
              <a:tr h="218450">
                <a:tc>
                  <a:txBody>
                    <a:bodyPr/>
                    <a:lstStyle/>
                    <a:p>
                      <a:pPr indent="0" lvl="0" marL="76835" marR="0" rtl="0" algn="l">
                        <a:lnSpc>
                          <a:spcPct val="111923"/>
                        </a:lnSpc>
                        <a:spcBef>
                          <a:spcPts val="0"/>
                        </a:spcBef>
                        <a:spcAft>
                          <a:spcPts val="0"/>
                        </a:spcAft>
                        <a:buClr>
                          <a:srgbClr val="000000"/>
                        </a:buClr>
                        <a:buSzPts val="1300"/>
                        <a:buFont typeface="Arial"/>
                        <a:buNone/>
                      </a:pPr>
                      <a:r>
                        <a:rPr lang="en-IN" sz="1300" u="none" cap="none" strike="noStrike"/>
                        <a:t>com_name</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383540" marR="1905" rtl="0" algn="ctr">
                        <a:lnSpc>
                          <a:spcPct val="111923"/>
                        </a:lnSpc>
                        <a:spcBef>
                          <a:spcPts val="0"/>
                        </a:spcBef>
                        <a:spcAft>
                          <a:spcPts val="0"/>
                        </a:spcAft>
                        <a:buClr>
                          <a:srgbClr val="000000"/>
                        </a:buClr>
                        <a:buSzPts val="1300"/>
                        <a:buFont typeface="Arial"/>
                        <a:buNone/>
                      </a:pPr>
                      <a:r>
                        <a:rPr lang="en-IN" sz="1300" u="none" cap="none" strike="noStrike"/>
                        <a:t>Varchar</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0" marR="222250" rtl="0" algn="r">
                        <a:lnSpc>
                          <a:spcPct val="111923"/>
                        </a:lnSpc>
                        <a:spcBef>
                          <a:spcPts val="0"/>
                        </a:spcBef>
                        <a:spcAft>
                          <a:spcPts val="0"/>
                        </a:spcAft>
                        <a:buClr>
                          <a:srgbClr val="000000"/>
                        </a:buClr>
                        <a:buSzPts val="1300"/>
                        <a:buFont typeface="Arial"/>
                        <a:buNone/>
                      </a:pPr>
                      <a:r>
                        <a:rPr lang="en-IN" sz="1300" u="none" cap="none" strike="noStrike"/>
                        <a:t>50</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178435" marR="0" rtl="0" algn="l">
                        <a:lnSpc>
                          <a:spcPct val="111923"/>
                        </a:lnSpc>
                        <a:spcBef>
                          <a:spcPts val="0"/>
                        </a:spcBef>
                        <a:spcAft>
                          <a:spcPts val="0"/>
                        </a:spcAft>
                        <a:buClr>
                          <a:srgbClr val="000000"/>
                        </a:buClr>
                        <a:buSzPts val="1300"/>
                        <a:buFont typeface="Arial"/>
                        <a:buNone/>
                      </a:pPr>
                      <a:r>
                        <a:rPr lang="en-IN" sz="1300" u="none" cap="none" strike="noStrike"/>
                        <a:t>Not null</a:t>
                      </a:r>
                      <a:endParaRPr sz="1100" u="none" cap="none" strike="noStrike">
                        <a:latin typeface="Times New Roman"/>
                        <a:ea typeface="Times New Roman"/>
                        <a:cs typeface="Times New Roman"/>
                        <a:sym typeface="Times New Roman"/>
                      </a:endParaRPr>
                    </a:p>
                  </a:txBody>
                  <a:tcPr marT="0" marB="0" marR="0" marL="0"/>
                </a:tc>
              </a:tr>
              <a:tr h="191125">
                <a:tc>
                  <a:txBody>
                    <a:bodyPr/>
                    <a:lstStyle/>
                    <a:p>
                      <a:pPr indent="0" lvl="0" marL="76835" marR="0" rtl="0" algn="l">
                        <a:lnSpc>
                          <a:spcPct val="108076"/>
                        </a:lnSpc>
                        <a:spcBef>
                          <a:spcPts val="0"/>
                        </a:spcBef>
                        <a:spcAft>
                          <a:spcPts val="0"/>
                        </a:spcAft>
                        <a:buClr>
                          <a:srgbClr val="000000"/>
                        </a:buClr>
                        <a:buSzPts val="1300"/>
                        <a:buFont typeface="Arial"/>
                        <a:buNone/>
                      </a:pPr>
                      <a:r>
                        <a:rPr lang="en-IN" sz="1300" u="none" cap="none" strike="noStrike"/>
                        <a:t>add_1</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383540" marR="1270" rtl="0" algn="ctr">
                        <a:lnSpc>
                          <a:spcPct val="108076"/>
                        </a:lnSpc>
                        <a:spcBef>
                          <a:spcPts val="0"/>
                        </a:spcBef>
                        <a:spcAft>
                          <a:spcPts val="0"/>
                        </a:spcAft>
                        <a:buClr>
                          <a:srgbClr val="000000"/>
                        </a:buClr>
                        <a:buSzPts val="1300"/>
                        <a:buFont typeface="Arial"/>
                        <a:buNone/>
                      </a:pPr>
                      <a:r>
                        <a:rPr lang="en-IN" sz="1300" u="none" cap="none" strike="noStrike"/>
                        <a:t>Varchar</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0" marR="220980" rtl="0" algn="r">
                        <a:lnSpc>
                          <a:spcPct val="108076"/>
                        </a:lnSpc>
                        <a:spcBef>
                          <a:spcPts val="0"/>
                        </a:spcBef>
                        <a:spcAft>
                          <a:spcPts val="0"/>
                        </a:spcAft>
                        <a:buClr>
                          <a:srgbClr val="000000"/>
                        </a:buClr>
                        <a:buSzPts val="1300"/>
                        <a:buFont typeface="Arial"/>
                        <a:buNone/>
                      </a:pPr>
                      <a:r>
                        <a:rPr lang="en-IN" sz="1300" u="none" cap="none" strike="noStrike"/>
                        <a:t>50</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181610" marR="0" rtl="0" algn="l">
                        <a:lnSpc>
                          <a:spcPct val="108076"/>
                        </a:lnSpc>
                        <a:spcBef>
                          <a:spcPts val="0"/>
                        </a:spcBef>
                        <a:spcAft>
                          <a:spcPts val="0"/>
                        </a:spcAft>
                        <a:buClr>
                          <a:srgbClr val="000000"/>
                        </a:buClr>
                        <a:buSzPts val="1300"/>
                        <a:buFont typeface="Arial"/>
                        <a:buNone/>
                      </a:pPr>
                      <a:r>
                        <a:rPr lang="en-IN" sz="1300" u="none" cap="none" strike="noStrike"/>
                        <a:t>Not null</a:t>
                      </a:r>
                      <a:endParaRPr sz="1100" u="none" cap="none" strike="noStrike">
                        <a:latin typeface="Times New Roman"/>
                        <a:ea typeface="Times New Roman"/>
                        <a:cs typeface="Times New Roman"/>
                        <a:sym typeface="Times New Roman"/>
                      </a:endParaRPr>
                    </a:p>
                  </a:txBody>
                  <a:tcPr marT="0" marB="0" marR="0" marL="0"/>
                </a:tc>
              </a:tr>
              <a:tr h="192400">
                <a:tc>
                  <a:txBody>
                    <a:bodyPr/>
                    <a:lstStyle/>
                    <a:p>
                      <a:pPr indent="0" lvl="0" marL="76835" marR="0" rtl="0" algn="l">
                        <a:lnSpc>
                          <a:spcPct val="109230"/>
                        </a:lnSpc>
                        <a:spcBef>
                          <a:spcPts val="0"/>
                        </a:spcBef>
                        <a:spcAft>
                          <a:spcPts val="0"/>
                        </a:spcAft>
                        <a:buClr>
                          <a:srgbClr val="000000"/>
                        </a:buClr>
                        <a:buSzPts val="1300"/>
                        <a:buFont typeface="Arial"/>
                        <a:buNone/>
                      </a:pPr>
                      <a:r>
                        <a:rPr lang="en-IN" sz="1300" u="none" cap="none" strike="noStrike"/>
                        <a:t>logo</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383540" marR="635" rtl="0" algn="ctr">
                        <a:lnSpc>
                          <a:spcPct val="109230"/>
                        </a:lnSpc>
                        <a:spcBef>
                          <a:spcPts val="0"/>
                        </a:spcBef>
                        <a:spcAft>
                          <a:spcPts val="0"/>
                        </a:spcAft>
                        <a:buClr>
                          <a:srgbClr val="000000"/>
                        </a:buClr>
                        <a:buSzPts val="1300"/>
                        <a:buFont typeface="Arial"/>
                        <a:buNone/>
                      </a:pPr>
                      <a:r>
                        <a:rPr lang="en-IN" sz="1300" u="none" cap="none" strike="noStrike"/>
                        <a:t>Image</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0" marR="181610" rtl="0" algn="r">
                        <a:lnSpc>
                          <a:spcPct val="109230"/>
                        </a:lnSpc>
                        <a:spcBef>
                          <a:spcPts val="0"/>
                        </a:spcBef>
                        <a:spcAft>
                          <a:spcPts val="0"/>
                        </a:spcAft>
                        <a:buClr>
                          <a:srgbClr val="000000"/>
                        </a:buClr>
                        <a:buSzPts val="1300"/>
                        <a:buFont typeface="Arial"/>
                        <a:buNone/>
                      </a:pPr>
                      <a:r>
                        <a:rPr lang="en-IN" sz="1300" u="none" cap="none" strike="noStrike"/>
                        <a:t>100</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181610" marR="0" rtl="0" algn="l">
                        <a:lnSpc>
                          <a:spcPct val="109230"/>
                        </a:lnSpc>
                        <a:spcBef>
                          <a:spcPts val="0"/>
                        </a:spcBef>
                        <a:spcAft>
                          <a:spcPts val="0"/>
                        </a:spcAft>
                        <a:buClr>
                          <a:srgbClr val="000000"/>
                        </a:buClr>
                        <a:buSzPts val="1300"/>
                        <a:buFont typeface="Arial"/>
                        <a:buNone/>
                      </a:pPr>
                      <a:r>
                        <a:rPr lang="en-IN" sz="1300" u="none" cap="none" strike="noStrike"/>
                        <a:t>Not null</a:t>
                      </a:r>
                      <a:endParaRPr sz="1100" u="none" cap="none" strike="noStrike">
                        <a:latin typeface="Times New Roman"/>
                        <a:ea typeface="Times New Roman"/>
                        <a:cs typeface="Times New Roman"/>
                        <a:sym typeface="Times New Roman"/>
                      </a:endParaRPr>
                    </a:p>
                  </a:txBody>
                  <a:tcPr marT="0" marB="0" marR="0" marL="0"/>
                </a:tc>
              </a:tr>
              <a:tr h="193050">
                <a:tc>
                  <a:txBody>
                    <a:bodyPr/>
                    <a:lstStyle/>
                    <a:p>
                      <a:pPr indent="0" lvl="0" marL="76835" marR="0" rtl="0" algn="l">
                        <a:lnSpc>
                          <a:spcPct val="109230"/>
                        </a:lnSpc>
                        <a:spcBef>
                          <a:spcPts val="0"/>
                        </a:spcBef>
                        <a:spcAft>
                          <a:spcPts val="0"/>
                        </a:spcAft>
                        <a:buClr>
                          <a:srgbClr val="000000"/>
                        </a:buClr>
                        <a:buSzPts val="1300"/>
                        <a:buFont typeface="Arial"/>
                        <a:buNone/>
                      </a:pPr>
                      <a:r>
                        <a:rPr lang="en-IN" sz="1300" u="none" cap="none" strike="noStrike"/>
                        <a:t>city</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383540" marR="1270" rtl="0" algn="ctr">
                        <a:lnSpc>
                          <a:spcPct val="109230"/>
                        </a:lnSpc>
                        <a:spcBef>
                          <a:spcPts val="0"/>
                        </a:spcBef>
                        <a:spcAft>
                          <a:spcPts val="0"/>
                        </a:spcAft>
                        <a:buClr>
                          <a:srgbClr val="000000"/>
                        </a:buClr>
                        <a:buSzPts val="1300"/>
                        <a:buFont typeface="Arial"/>
                        <a:buNone/>
                      </a:pPr>
                      <a:r>
                        <a:rPr lang="en-IN" sz="1300" u="none" cap="none" strike="noStrike"/>
                        <a:t>Varchar</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0" marR="220980" rtl="0" algn="r">
                        <a:lnSpc>
                          <a:spcPct val="109230"/>
                        </a:lnSpc>
                        <a:spcBef>
                          <a:spcPts val="0"/>
                        </a:spcBef>
                        <a:spcAft>
                          <a:spcPts val="0"/>
                        </a:spcAft>
                        <a:buClr>
                          <a:srgbClr val="000000"/>
                        </a:buClr>
                        <a:buSzPts val="1300"/>
                        <a:buFont typeface="Arial"/>
                        <a:buNone/>
                      </a:pPr>
                      <a:r>
                        <a:rPr lang="en-IN" sz="1300" u="none" cap="none" strike="noStrike"/>
                        <a:t>20</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181610" marR="0" rtl="0" algn="l">
                        <a:lnSpc>
                          <a:spcPct val="109230"/>
                        </a:lnSpc>
                        <a:spcBef>
                          <a:spcPts val="0"/>
                        </a:spcBef>
                        <a:spcAft>
                          <a:spcPts val="0"/>
                        </a:spcAft>
                        <a:buClr>
                          <a:srgbClr val="000000"/>
                        </a:buClr>
                        <a:buSzPts val="1300"/>
                        <a:buFont typeface="Arial"/>
                        <a:buNone/>
                      </a:pPr>
                      <a:r>
                        <a:rPr lang="en-IN" sz="1300" u="none" cap="none" strike="noStrike"/>
                        <a:t>Not null</a:t>
                      </a:r>
                      <a:endParaRPr sz="1100" u="none" cap="none" strike="noStrike">
                        <a:latin typeface="Times New Roman"/>
                        <a:ea typeface="Times New Roman"/>
                        <a:cs typeface="Times New Roman"/>
                        <a:sym typeface="Times New Roman"/>
                      </a:endParaRPr>
                    </a:p>
                  </a:txBody>
                  <a:tcPr marT="0" marB="0" marR="0" marL="0"/>
                </a:tc>
              </a:tr>
              <a:tr h="194300">
                <a:tc>
                  <a:txBody>
                    <a:bodyPr/>
                    <a:lstStyle/>
                    <a:p>
                      <a:pPr indent="0" lvl="0" marL="76835" marR="0" rtl="0" algn="l">
                        <a:lnSpc>
                          <a:spcPct val="110000"/>
                        </a:lnSpc>
                        <a:spcBef>
                          <a:spcPts val="0"/>
                        </a:spcBef>
                        <a:spcAft>
                          <a:spcPts val="0"/>
                        </a:spcAft>
                        <a:buClr>
                          <a:srgbClr val="000000"/>
                        </a:buClr>
                        <a:buSzPts val="1300"/>
                        <a:buFont typeface="Arial"/>
                        <a:buNone/>
                      </a:pPr>
                      <a:r>
                        <a:rPr lang="en-IN" sz="1300" u="none" cap="none" strike="noStrike"/>
                        <a:t>state</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383540" marR="4445" rtl="0" algn="ctr">
                        <a:lnSpc>
                          <a:spcPct val="110000"/>
                        </a:lnSpc>
                        <a:spcBef>
                          <a:spcPts val="0"/>
                        </a:spcBef>
                        <a:spcAft>
                          <a:spcPts val="0"/>
                        </a:spcAft>
                        <a:buClr>
                          <a:srgbClr val="000000"/>
                        </a:buClr>
                        <a:buSzPts val="1300"/>
                        <a:buFont typeface="Arial"/>
                        <a:buNone/>
                      </a:pPr>
                      <a:r>
                        <a:rPr lang="en-IN" sz="1300" u="none" cap="none" strike="noStrike"/>
                        <a:t>Varchar</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0" marR="220980" rtl="0" algn="r">
                        <a:lnSpc>
                          <a:spcPct val="110000"/>
                        </a:lnSpc>
                        <a:spcBef>
                          <a:spcPts val="0"/>
                        </a:spcBef>
                        <a:spcAft>
                          <a:spcPts val="0"/>
                        </a:spcAft>
                        <a:buClr>
                          <a:srgbClr val="000000"/>
                        </a:buClr>
                        <a:buSzPts val="1300"/>
                        <a:buFont typeface="Arial"/>
                        <a:buNone/>
                      </a:pPr>
                      <a:r>
                        <a:rPr lang="en-IN" sz="1300" u="none" cap="none" strike="noStrike"/>
                        <a:t>20</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181610" marR="0" rtl="0" algn="l">
                        <a:lnSpc>
                          <a:spcPct val="110000"/>
                        </a:lnSpc>
                        <a:spcBef>
                          <a:spcPts val="0"/>
                        </a:spcBef>
                        <a:spcAft>
                          <a:spcPts val="0"/>
                        </a:spcAft>
                        <a:buClr>
                          <a:srgbClr val="000000"/>
                        </a:buClr>
                        <a:buSzPts val="1300"/>
                        <a:buFont typeface="Arial"/>
                        <a:buNone/>
                      </a:pPr>
                      <a:r>
                        <a:rPr lang="en-IN" sz="1300" u="none" cap="none" strike="noStrike"/>
                        <a:t>Not null</a:t>
                      </a:r>
                      <a:endParaRPr sz="1100" u="none" cap="none" strike="noStrike">
                        <a:latin typeface="Times New Roman"/>
                        <a:ea typeface="Times New Roman"/>
                        <a:cs typeface="Times New Roman"/>
                        <a:sym typeface="Times New Roman"/>
                      </a:endParaRPr>
                    </a:p>
                  </a:txBody>
                  <a:tcPr marT="0" marB="0" marR="0" marL="0"/>
                </a:tc>
              </a:tr>
              <a:tr h="191125">
                <a:tc>
                  <a:txBody>
                    <a:bodyPr/>
                    <a:lstStyle/>
                    <a:p>
                      <a:pPr indent="0" lvl="0" marL="76835" marR="0" rtl="0" algn="l">
                        <a:lnSpc>
                          <a:spcPct val="108076"/>
                        </a:lnSpc>
                        <a:spcBef>
                          <a:spcPts val="0"/>
                        </a:spcBef>
                        <a:spcAft>
                          <a:spcPts val="0"/>
                        </a:spcAft>
                        <a:buClr>
                          <a:srgbClr val="000000"/>
                        </a:buClr>
                        <a:buSzPts val="1300"/>
                        <a:buFont typeface="Arial"/>
                        <a:buNone/>
                      </a:pPr>
                      <a:r>
                        <a:rPr lang="en-IN" sz="1300" u="none" cap="none" strike="noStrike"/>
                        <a:t>company</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383540" marR="1270" rtl="0" algn="ctr">
                        <a:lnSpc>
                          <a:spcPct val="108076"/>
                        </a:lnSpc>
                        <a:spcBef>
                          <a:spcPts val="0"/>
                        </a:spcBef>
                        <a:spcAft>
                          <a:spcPts val="0"/>
                        </a:spcAft>
                        <a:buClr>
                          <a:srgbClr val="000000"/>
                        </a:buClr>
                        <a:buSzPts val="1300"/>
                        <a:buFont typeface="Arial"/>
                        <a:buNone/>
                      </a:pPr>
                      <a:r>
                        <a:rPr lang="en-IN" sz="1300" u="none" cap="none" strike="noStrike"/>
                        <a:t>Varchar</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0" marR="220980" rtl="0" algn="r">
                        <a:lnSpc>
                          <a:spcPct val="108076"/>
                        </a:lnSpc>
                        <a:spcBef>
                          <a:spcPts val="0"/>
                        </a:spcBef>
                        <a:spcAft>
                          <a:spcPts val="0"/>
                        </a:spcAft>
                        <a:buClr>
                          <a:srgbClr val="000000"/>
                        </a:buClr>
                        <a:buSzPts val="1300"/>
                        <a:buFont typeface="Arial"/>
                        <a:buNone/>
                      </a:pPr>
                      <a:r>
                        <a:rPr lang="en-IN" sz="1300" u="none" cap="none" strike="noStrike"/>
                        <a:t>30</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181610" marR="0" rtl="0" algn="l">
                        <a:lnSpc>
                          <a:spcPct val="108076"/>
                        </a:lnSpc>
                        <a:spcBef>
                          <a:spcPts val="0"/>
                        </a:spcBef>
                        <a:spcAft>
                          <a:spcPts val="0"/>
                        </a:spcAft>
                        <a:buClr>
                          <a:srgbClr val="000000"/>
                        </a:buClr>
                        <a:buSzPts val="1300"/>
                        <a:buFont typeface="Arial"/>
                        <a:buNone/>
                      </a:pPr>
                      <a:r>
                        <a:rPr lang="en-IN" sz="1300" u="none" cap="none" strike="noStrike"/>
                        <a:t>Not null</a:t>
                      </a:r>
                      <a:endParaRPr sz="1100" u="none" cap="none" strike="noStrike">
                        <a:latin typeface="Times New Roman"/>
                        <a:ea typeface="Times New Roman"/>
                        <a:cs typeface="Times New Roman"/>
                        <a:sym typeface="Times New Roman"/>
                      </a:endParaRPr>
                    </a:p>
                  </a:txBody>
                  <a:tcPr marT="0" marB="0" marR="0" marL="0"/>
                </a:tc>
              </a:tr>
              <a:tr h="193050">
                <a:tc>
                  <a:txBody>
                    <a:bodyPr/>
                    <a:lstStyle/>
                    <a:p>
                      <a:pPr indent="0" lvl="0" marL="76835" marR="0" rtl="0" algn="l">
                        <a:lnSpc>
                          <a:spcPct val="109230"/>
                        </a:lnSpc>
                        <a:spcBef>
                          <a:spcPts val="0"/>
                        </a:spcBef>
                        <a:spcAft>
                          <a:spcPts val="0"/>
                        </a:spcAft>
                        <a:buClr>
                          <a:srgbClr val="000000"/>
                        </a:buClr>
                        <a:buSzPts val="1300"/>
                        <a:buFont typeface="Arial"/>
                        <a:buNone/>
                      </a:pPr>
                      <a:r>
                        <a:rPr lang="en-IN" sz="1300" u="none" cap="none" strike="noStrike"/>
                        <a:t>zip</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383540" marR="1270" rtl="0" algn="ctr">
                        <a:lnSpc>
                          <a:spcPct val="109230"/>
                        </a:lnSpc>
                        <a:spcBef>
                          <a:spcPts val="0"/>
                        </a:spcBef>
                        <a:spcAft>
                          <a:spcPts val="0"/>
                        </a:spcAft>
                        <a:buClr>
                          <a:srgbClr val="000000"/>
                        </a:buClr>
                        <a:buSzPts val="1300"/>
                        <a:buFont typeface="Arial"/>
                        <a:buNone/>
                      </a:pPr>
                      <a:r>
                        <a:rPr lang="en-IN" sz="1300" u="none" cap="none" strike="noStrike"/>
                        <a:t>Int</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0" marR="220980" rtl="0" algn="r">
                        <a:lnSpc>
                          <a:spcPct val="109230"/>
                        </a:lnSpc>
                        <a:spcBef>
                          <a:spcPts val="0"/>
                        </a:spcBef>
                        <a:spcAft>
                          <a:spcPts val="0"/>
                        </a:spcAft>
                        <a:buClr>
                          <a:srgbClr val="000000"/>
                        </a:buClr>
                        <a:buSzPts val="1300"/>
                        <a:buFont typeface="Arial"/>
                        <a:buNone/>
                      </a:pPr>
                      <a:r>
                        <a:rPr lang="en-IN" sz="1300" u="none" cap="none" strike="noStrike"/>
                        <a:t>20</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181610" marR="0" rtl="0" algn="l">
                        <a:lnSpc>
                          <a:spcPct val="109230"/>
                        </a:lnSpc>
                        <a:spcBef>
                          <a:spcPts val="0"/>
                        </a:spcBef>
                        <a:spcAft>
                          <a:spcPts val="0"/>
                        </a:spcAft>
                        <a:buClr>
                          <a:srgbClr val="000000"/>
                        </a:buClr>
                        <a:buSzPts val="1300"/>
                        <a:buFont typeface="Arial"/>
                        <a:buNone/>
                      </a:pPr>
                      <a:r>
                        <a:rPr lang="en-IN" sz="1300" u="none" cap="none" strike="noStrike"/>
                        <a:t>Not null</a:t>
                      </a:r>
                      <a:endParaRPr sz="1100" u="none" cap="none" strike="noStrike">
                        <a:latin typeface="Times New Roman"/>
                        <a:ea typeface="Times New Roman"/>
                        <a:cs typeface="Times New Roman"/>
                        <a:sym typeface="Times New Roman"/>
                      </a:endParaRPr>
                    </a:p>
                  </a:txBody>
                  <a:tcPr marT="0" marB="0" marR="0" marL="0"/>
                </a:tc>
              </a:tr>
              <a:tr h="192400">
                <a:tc>
                  <a:txBody>
                    <a:bodyPr/>
                    <a:lstStyle/>
                    <a:p>
                      <a:pPr indent="0" lvl="0" marL="76835" marR="0" rtl="0" algn="l">
                        <a:lnSpc>
                          <a:spcPct val="109230"/>
                        </a:lnSpc>
                        <a:spcBef>
                          <a:spcPts val="0"/>
                        </a:spcBef>
                        <a:spcAft>
                          <a:spcPts val="0"/>
                        </a:spcAft>
                        <a:buClr>
                          <a:srgbClr val="000000"/>
                        </a:buClr>
                        <a:buSzPts val="1300"/>
                        <a:buFont typeface="Arial"/>
                        <a:buNone/>
                      </a:pPr>
                      <a:r>
                        <a:rPr lang="en-IN" sz="1300" u="none" cap="none" strike="noStrike"/>
                        <a:t>phone</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383540" marR="1270" rtl="0" algn="ctr">
                        <a:lnSpc>
                          <a:spcPct val="109230"/>
                        </a:lnSpc>
                        <a:spcBef>
                          <a:spcPts val="0"/>
                        </a:spcBef>
                        <a:spcAft>
                          <a:spcPts val="0"/>
                        </a:spcAft>
                        <a:buClr>
                          <a:srgbClr val="000000"/>
                        </a:buClr>
                        <a:buSzPts val="1300"/>
                        <a:buFont typeface="Arial"/>
                        <a:buNone/>
                      </a:pPr>
                      <a:r>
                        <a:rPr lang="en-IN" sz="1300" u="none" cap="none" strike="noStrike"/>
                        <a:t>Int</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0" marR="220980" rtl="0" algn="r">
                        <a:lnSpc>
                          <a:spcPct val="109230"/>
                        </a:lnSpc>
                        <a:spcBef>
                          <a:spcPts val="0"/>
                        </a:spcBef>
                        <a:spcAft>
                          <a:spcPts val="0"/>
                        </a:spcAft>
                        <a:buClr>
                          <a:srgbClr val="000000"/>
                        </a:buClr>
                        <a:buSzPts val="1300"/>
                        <a:buFont typeface="Arial"/>
                        <a:buNone/>
                      </a:pPr>
                      <a:r>
                        <a:rPr lang="en-IN" sz="1300" u="none" cap="none" strike="noStrike"/>
                        <a:t>20</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181610" marR="0" rtl="0" algn="l">
                        <a:lnSpc>
                          <a:spcPct val="109230"/>
                        </a:lnSpc>
                        <a:spcBef>
                          <a:spcPts val="0"/>
                        </a:spcBef>
                        <a:spcAft>
                          <a:spcPts val="0"/>
                        </a:spcAft>
                        <a:buClr>
                          <a:srgbClr val="000000"/>
                        </a:buClr>
                        <a:buSzPts val="1300"/>
                        <a:buFont typeface="Arial"/>
                        <a:buNone/>
                      </a:pPr>
                      <a:r>
                        <a:rPr lang="en-IN" sz="1300" u="none" cap="none" strike="noStrike"/>
                        <a:t>Not null</a:t>
                      </a:r>
                      <a:endParaRPr sz="1100" u="none" cap="none" strike="noStrike">
                        <a:latin typeface="Times New Roman"/>
                        <a:ea typeface="Times New Roman"/>
                        <a:cs typeface="Times New Roman"/>
                        <a:sym typeface="Times New Roman"/>
                      </a:endParaRPr>
                    </a:p>
                  </a:txBody>
                  <a:tcPr marT="0" marB="0" marR="0" marL="0"/>
                </a:tc>
              </a:tr>
              <a:tr h="193050">
                <a:tc>
                  <a:txBody>
                    <a:bodyPr/>
                    <a:lstStyle/>
                    <a:p>
                      <a:pPr indent="0" lvl="0" marL="76835" marR="0" rtl="0" algn="l">
                        <a:lnSpc>
                          <a:spcPct val="109230"/>
                        </a:lnSpc>
                        <a:spcBef>
                          <a:spcPts val="0"/>
                        </a:spcBef>
                        <a:spcAft>
                          <a:spcPts val="0"/>
                        </a:spcAft>
                        <a:buClr>
                          <a:srgbClr val="000000"/>
                        </a:buClr>
                        <a:buSzPts val="1300"/>
                        <a:buFont typeface="Arial"/>
                        <a:buNone/>
                      </a:pPr>
                      <a:r>
                        <a:rPr lang="en-IN" sz="1300" u="none" cap="none" strike="noStrike"/>
                        <a:t>fax</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383540" marR="1270" rtl="0" algn="ctr">
                        <a:lnSpc>
                          <a:spcPct val="109230"/>
                        </a:lnSpc>
                        <a:spcBef>
                          <a:spcPts val="0"/>
                        </a:spcBef>
                        <a:spcAft>
                          <a:spcPts val="0"/>
                        </a:spcAft>
                        <a:buClr>
                          <a:srgbClr val="000000"/>
                        </a:buClr>
                        <a:buSzPts val="1300"/>
                        <a:buFont typeface="Arial"/>
                        <a:buNone/>
                      </a:pPr>
                      <a:r>
                        <a:rPr lang="en-IN" sz="1300" u="none" cap="none" strike="noStrike"/>
                        <a:t>Int</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0" marR="220980" rtl="0" algn="r">
                        <a:lnSpc>
                          <a:spcPct val="109230"/>
                        </a:lnSpc>
                        <a:spcBef>
                          <a:spcPts val="0"/>
                        </a:spcBef>
                        <a:spcAft>
                          <a:spcPts val="0"/>
                        </a:spcAft>
                        <a:buClr>
                          <a:srgbClr val="000000"/>
                        </a:buClr>
                        <a:buSzPts val="1300"/>
                        <a:buFont typeface="Arial"/>
                        <a:buNone/>
                      </a:pPr>
                      <a:r>
                        <a:rPr lang="en-IN" sz="1300" u="none" cap="none" strike="noStrike"/>
                        <a:t>20</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181610" marR="0" rtl="0" algn="l">
                        <a:lnSpc>
                          <a:spcPct val="109230"/>
                        </a:lnSpc>
                        <a:spcBef>
                          <a:spcPts val="0"/>
                        </a:spcBef>
                        <a:spcAft>
                          <a:spcPts val="0"/>
                        </a:spcAft>
                        <a:buClr>
                          <a:srgbClr val="000000"/>
                        </a:buClr>
                        <a:buSzPts val="1300"/>
                        <a:buFont typeface="Arial"/>
                        <a:buNone/>
                      </a:pPr>
                      <a:r>
                        <a:rPr lang="en-IN" sz="1300" u="none" cap="none" strike="noStrike"/>
                        <a:t>Not null</a:t>
                      </a:r>
                      <a:endParaRPr sz="1100" u="none" cap="none" strike="noStrike">
                        <a:latin typeface="Times New Roman"/>
                        <a:ea typeface="Times New Roman"/>
                        <a:cs typeface="Times New Roman"/>
                        <a:sym typeface="Times New Roman"/>
                      </a:endParaRPr>
                    </a:p>
                  </a:txBody>
                  <a:tcPr marT="0" marB="0" marR="0" marL="0"/>
                </a:tc>
              </a:tr>
              <a:tr h="193050">
                <a:tc>
                  <a:txBody>
                    <a:bodyPr/>
                    <a:lstStyle/>
                    <a:p>
                      <a:pPr indent="0" lvl="0" marL="76835" marR="0" rtl="0" algn="l">
                        <a:lnSpc>
                          <a:spcPct val="109230"/>
                        </a:lnSpc>
                        <a:spcBef>
                          <a:spcPts val="0"/>
                        </a:spcBef>
                        <a:spcAft>
                          <a:spcPts val="0"/>
                        </a:spcAft>
                        <a:buClr>
                          <a:srgbClr val="000000"/>
                        </a:buClr>
                        <a:buSzPts val="1300"/>
                        <a:buFont typeface="Arial"/>
                        <a:buNone/>
                      </a:pPr>
                      <a:r>
                        <a:rPr lang="en-IN" sz="1300" u="none" cap="none" strike="noStrike"/>
                        <a:t>email</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383540" marR="1270" rtl="0" algn="ctr">
                        <a:lnSpc>
                          <a:spcPct val="109230"/>
                        </a:lnSpc>
                        <a:spcBef>
                          <a:spcPts val="0"/>
                        </a:spcBef>
                        <a:spcAft>
                          <a:spcPts val="0"/>
                        </a:spcAft>
                        <a:buClr>
                          <a:srgbClr val="000000"/>
                        </a:buClr>
                        <a:buSzPts val="1300"/>
                        <a:buFont typeface="Arial"/>
                        <a:buNone/>
                      </a:pPr>
                      <a:r>
                        <a:rPr lang="en-IN" sz="1300" u="none" cap="none" strike="noStrike"/>
                        <a:t>Varchar</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0" marR="220980" rtl="0" algn="r">
                        <a:lnSpc>
                          <a:spcPct val="109230"/>
                        </a:lnSpc>
                        <a:spcBef>
                          <a:spcPts val="0"/>
                        </a:spcBef>
                        <a:spcAft>
                          <a:spcPts val="0"/>
                        </a:spcAft>
                        <a:buClr>
                          <a:srgbClr val="000000"/>
                        </a:buClr>
                        <a:buSzPts val="1300"/>
                        <a:buFont typeface="Arial"/>
                        <a:buNone/>
                      </a:pPr>
                      <a:r>
                        <a:rPr lang="en-IN" sz="1300" u="none" cap="none" strike="noStrike"/>
                        <a:t>20</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181610" marR="0" rtl="0" algn="l">
                        <a:lnSpc>
                          <a:spcPct val="109230"/>
                        </a:lnSpc>
                        <a:spcBef>
                          <a:spcPts val="0"/>
                        </a:spcBef>
                        <a:spcAft>
                          <a:spcPts val="0"/>
                        </a:spcAft>
                        <a:buClr>
                          <a:srgbClr val="000000"/>
                        </a:buClr>
                        <a:buSzPts val="1300"/>
                        <a:buFont typeface="Arial"/>
                        <a:buNone/>
                      </a:pPr>
                      <a:r>
                        <a:rPr lang="en-IN" sz="1300" u="none" cap="none" strike="noStrike"/>
                        <a:t>Not null</a:t>
                      </a:r>
                      <a:endParaRPr sz="1100" u="none" cap="none" strike="noStrike">
                        <a:latin typeface="Times New Roman"/>
                        <a:ea typeface="Times New Roman"/>
                        <a:cs typeface="Times New Roman"/>
                        <a:sym typeface="Times New Roman"/>
                      </a:endParaRPr>
                    </a:p>
                  </a:txBody>
                  <a:tcPr marT="0" marB="0" marR="0" marL="0"/>
                </a:tc>
              </a:tr>
              <a:tr h="193050">
                <a:tc>
                  <a:txBody>
                    <a:bodyPr/>
                    <a:lstStyle/>
                    <a:p>
                      <a:pPr indent="0" lvl="0" marL="76835" marR="0" rtl="0" algn="l">
                        <a:lnSpc>
                          <a:spcPct val="109230"/>
                        </a:lnSpc>
                        <a:spcBef>
                          <a:spcPts val="0"/>
                        </a:spcBef>
                        <a:spcAft>
                          <a:spcPts val="0"/>
                        </a:spcAft>
                        <a:buClr>
                          <a:srgbClr val="000000"/>
                        </a:buClr>
                        <a:buSzPts val="1300"/>
                        <a:buFont typeface="Arial"/>
                        <a:buNone/>
                      </a:pPr>
                      <a:r>
                        <a:rPr lang="en-IN" sz="1300" u="none" cap="none" strike="noStrike"/>
                        <a:t>website_url</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383540" marR="1270" rtl="0" algn="ctr">
                        <a:lnSpc>
                          <a:spcPct val="109230"/>
                        </a:lnSpc>
                        <a:spcBef>
                          <a:spcPts val="0"/>
                        </a:spcBef>
                        <a:spcAft>
                          <a:spcPts val="0"/>
                        </a:spcAft>
                        <a:buClr>
                          <a:srgbClr val="000000"/>
                        </a:buClr>
                        <a:buSzPts val="1300"/>
                        <a:buFont typeface="Arial"/>
                        <a:buNone/>
                      </a:pPr>
                      <a:r>
                        <a:rPr lang="en-IN" sz="1300" u="none" cap="none" strike="noStrike"/>
                        <a:t>Varchar</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0" marR="220980" rtl="0" algn="r">
                        <a:lnSpc>
                          <a:spcPct val="109230"/>
                        </a:lnSpc>
                        <a:spcBef>
                          <a:spcPts val="0"/>
                        </a:spcBef>
                        <a:spcAft>
                          <a:spcPts val="0"/>
                        </a:spcAft>
                        <a:buClr>
                          <a:srgbClr val="000000"/>
                        </a:buClr>
                        <a:buSzPts val="1300"/>
                        <a:buFont typeface="Arial"/>
                        <a:buNone/>
                      </a:pPr>
                      <a:r>
                        <a:rPr lang="en-IN" sz="1300" u="none" cap="none" strike="noStrike"/>
                        <a:t>20</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181610" marR="0" rtl="0" algn="l">
                        <a:lnSpc>
                          <a:spcPct val="109230"/>
                        </a:lnSpc>
                        <a:spcBef>
                          <a:spcPts val="0"/>
                        </a:spcBef>
                        <a:spcAft>
                          <a:spcPts val="0"/>
                        </a:spcAft>
                        <a:buClr>
                          <a:srgbClr val="000000"/>
                        </a:buClr>
                        <a:buSzPts val="1300"/>
                        <a:buFont typeface="Arial"/>
                        <a:buNone/>
                      </a:pPr>
                      <a:r>
                        <a:rPr lang="en-IN" sz="1300" u="none" cap="none" strike="noStrike"/>
                        <a:t>Not null</a:t>
                      </a:r>
                      <a:endParaRPr sz="1100" u="none" cap="none" strike="noStrike">
                        <a:latin typeface="Times New Roman"/>
                        <a:ea typeface="Times New Roman"/>
                        <a:cs typeface="Times New Roman"/>
                        <a:sym typeface="Times New Roman"/>
                      </a:endParaRPr>
                    </a:p>
                  </a:txBody>
                  <a:tcPr marT="0" marB="0" marR="0" marL="0"/>
                </a:tc>
              </a:tr>
              <a:tr h="193050">
                <a:tc>
                  <a:txBody>
                    <a:bodyPr/>
                    <a:lstStyle/>
                    <a:p>
                      <a:pPr indent="0" lvl="0" marL="76835" marR="0" rtl="0" algn="l">
                        <a:lnSpc>
                          <a:spcPct val="109230"/>
                        </a:lnSpc>
                        <a:spcBef>
                          <a:spcPts val="0"/>
                        </a:spcBef>
                        <a:spcAft>
                          <a:spcPts val="0"/>
                        </a:spcAft>
                        <a:buClr>
                          <a:srgbClr val="000000"/>
                        </a:buClr>
                        <a:buSzPts val="1300"/>
                        <a:buFont typeface="Arial"/>
                        <a:buNone/>
                      </a:pPr>
                      <a:r>
                        <a:rPr lang="en-IN" sz="1300" u="none" cap="none" strike="noStrike"/>
                        <a:t>com_profile</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383540" marR="1270" rtl="0" algn="ctr">
                        <a:lnSpc>
                          <a:spcPct val="109230"/>
                        </a:lnSpc>
                        <a:spcBef>
                          <a:spcPts val="0"/>
                        </a:spcBef>
                        <a:spcAft>
                          <a:spcPts val="0"/>
                        </a:spcAft>
                        <a:buClr>
                          <a:srgbClr val="000000"/>
                        </a:buClr>
                        <a:buSzPts val="1300"/>
                        <a:buFont typeface="Arial"/>
                        <a:buNone/>
                      </a:pPr>
                      <a:r>
                        <a:rPr lang="en-IN" sz="1300" u="none" cap="none" strike="noStrike"/>
                        <a:t>Varchar</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0" marR="220980" rtl="0" algn="r">
                        <a:lnSpc>
                          <a:spcPct val="109230"/>
                        </a:lnSpc>
                        <a:spcBef>
                          <a:spcPts val="0"/>
                        </a:spcBef>
                        <a:spcAft>
                          <a:spcPts val="0"/>
                        </a:spcAft>
                        <a:buClr>
                          <a:srgbClr val="000000"/>
                        </a:buClr>
                        <a:buSzPts val="1300"/>
                        <a:buFont typeface="Arial"/>
                        <a:buNone/>
                      </a:pPr>
                      <a:r>
                        <a:rPr lang="en-IN" sz="1300" u="none" cap="none" strike="noStrike"/>
                        <a:t>20</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181610" marR="0" rtl="0" algn="l">
                        <a:lnSpc>
                          <a:spcPct val="109230"/>
                        </a:lnSpc>
                        <a:spcBef>
                          <a:spcPts val="0"/>
                        </a:spcBef>
                        <a:spcAft>
                          <a:spcPts val="0"/>
                        </a:spcAft>
                        <a:buClr>
                          <a:srgbClr val="000000"/>
                        </a:buClr>
                        <a:buSzPts val="1300"/>
                        <a:buFont typeface="Arial"/>
                        <a:buNone/>
                      </a:pPr>
                      <a:r>
                        <a:rPr lang="en-IN" sz="1300" u="none" cap="none" strike="noStrike"/>
                        <a:t>Not null</a:t>
                      </a:r>
                      <a:endParaRPr sz="1100" u="none" cap="none" strike="noStrike">
                        <a:latin typeface="Times New Roman"/>
                        <a:ea typeface="Times New Roman"/>
                        <a:cs typeface="Times New Roman"/>
                        <a:sym typeface="Times New Roman"/>
                      </a:endParaRPr>
                    </a:p>
                  </a:txBody>
                  <a:tcPr marT="0" marB="0" marR="0" marL="0"/>
                </a:tc>
              </a:tr>
              <a:tr h="192400">
                <a:tc>
                  <a:txBody>
                    <a:bodyPr/>
                    <a:lstStyle/>
                    <a:p>
                      <a:pPr indent="0" lvl="0" marL="76835" marR="0" rtl="0" algn="l">
                        <a:lnSpc>
                          <a:spcPct val="109230"/>
                        </a:lnSpc>
                        <a:spcBef>
                          <a:spcPts val="0"/>
                        </a:spcBef>
                        <a:spcAft>
                          <a:spcPts val="0"/>
                        </a:spcAft>
                        <a:buClr>
                          <a:srgbClr val="000000"/>
                        </a:buClr>
                        <a:buSzPts val="1300"/>
                        <a:buFont typeface="Arial"/>
                        <a:buNone/>
                      </a:pPr>
                      <a:r>
                        <a:rPr lang="en-IN" sz="1300" u="none" cap="none" strike="noStrike"/>
                        <a:t>Password</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383540" marR="1270" rtl="0" algn="ctr">
                        <a:lnSpc>
                          <a:spcPct val="109230"/>
                        </a:lnSpc>
                        <a:spcBef>
                          <a:spcPts val="0"/>
                        </a:spcBef>
                        <a:spcAft>
                          <a:spcPts val="0"/>
                        </a:spcAft>
                        <a:buClr>
                          <a:srgbClr val="000000"/>
                        </a:buClr>
                        <a:buSzPts val="1300"/>
                        <a:buFont typeface="Arial"/>
                        <a:buNone/>
                      </a:pPr>
                      <a:r>
                        <a:rPr lang="en-IN" sz="1300" u="none" cap="none" strike="noStrike"/>
                        <a:t>Varchar</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0" marR="220980" rtl="0" algn="r">
                        <a:lnSpc>
                          <a:spcPct val="109230"/>
                        </a:lnSpc>
                        <a:spcBef>
                          <a:spcPts val="0"/>
                        </a:spcBef>
                        <a:spcAft>
                          <a:spcPts val="0"/>
                        </a:spcAft>
                        <a:buClr>
                          <a:srgbClr val="000000"/>
                        </a:buClr>
                        <a:buSzPts val="1300"/>
                        <a:buFont typeface="Arial"/>
                        <a:buNone/>
                      </a:pPr>
                      <a:r>
                        <a:rPr lang="en-IN" sz="1300" u="none" cap="none" strike="noStrike"/>
                        <a:t>20</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181610" marR="0" rtl="0" algn="l">
                        <a:lnSpc>
                          <a:spcPct val="109230"/>
                        </a:lnSpc>
                        <a:spcBef>
                          <a:spcPts val="0"/>
                        </a:spcBef>
                        <a:spcAft>
                          <a:spcPts val="0"/>
                        </a:spcAft>
                        <a:buClr>
                          <a:srgbClr val="000000"/>
                        </a:buClr>
                        <a:buSzPts val="1300"/>
                        <a:buFont typeface="Arial"/>
                        <a:buNone/>
                      </a:pPr>
                      <a:r>
                        <a:rPr lang="en-IN" sz="1300" u="none" cap="none" strike="noStrike"/>
                        <a:t>Not null</a:t>
                      </a:r>
                      <a:endParaRPr sz="1100" u="none" cap="none" strike="noStrike">
                        <a:latin typeface="Times New Roman"/>
                        <a:ea typeface="Times New Roman"/>
                        <a:cs typeface="Times New Roman"/>
                        <a:sym typeface="Times New Roman"/>
                      </a:endParaRPr>
                    </a:p>
                  </a:txBody>
                  <a:tcPr marT="0" marB="0" marR="0" marL="0"/>
                </a:tc>
              </a:tr>
            </a:tbl>
          </a:graphicData>
        </a:graphic>
      </p:graphicFrame>
      <p:sp>
        <p:nvSpPr>
          <p:cNvPr id="352" name="Google Shape;352;p5"/>
          <p:cNvSpPr/>
          <p:nvPr/>
        </p:nvSpPr>
        <p:spPr>
          <a:xfrm>
            <a:off x="7684112" y="462212"/>
            <a:ext cx="1936749" cy="369332"/>
          </a:xfrm>
          <a:prstGeom prst="rect">
            <a:avLst/>
          </a:prstGeom>
          <a:noFill/>
          <a:ln>
            <a:noFill/>
          </a:ln>
        </p:spPr>
        <p:txBody>
          <a:bodyPr anchorCtr="0" anchor="t" bIns="45700" lIns="91425" spcFirstLastPara="1" rIns="91425" wrap="square" tIns="45700">
            <a:spAutoFit/>
          </a:bodyPr>
          <a:lstStyle/>
          <a:p>
            <a:pPr indent="0" lvl="0" marL="633730" marR="0" rtl="0" algn="l">
              <a:lnSpc>
                <a:spcPct val="100000"/>
              </a:lnSpc>
              <a:spcBef>
                <a:spcPts val="0"/>
              </a:spcBef>
              <a:spcAft>
                <a:spcPts val="0"/>
              </a:spcAft>
              <a:buClr>
                <a:srgbClr val="000000"/>
              </a:buClr>
              <a:buSzPts val="1400"/>
              <a:buFont typeface="Arial"/>
              <a:buNone/>
            </a:pPr>
            <a:r>
              <a:rPr b="1" i="0" lang="en-IN" sz="1400" u="none" cap="none" strike="noStrike">
                <a:solidFill>
                  <a:srgbClr val="000000"/>
                </a:solidFill>
                <a:latin typeface="Times New Roman"/>
                <a:ea typeface="Times New Roman"/>
                <a:cs typeface="Times New Roman"/>
                <a:sym typeface="Times New Roman"/>
              </a:rPr>
              <a:t>Job</a:t>
            </a:r>
            <a:r>
              <a:rPr b="1" i="0" lang="en-IN" sz="1400" u="sng" cap="none" strike="noStrike">
                <a:solidFill>
                  <a:srgbClr val="000000"/>
                </a:solidFill>
                <a:latin typeface="Times New Roman"/>
                <a:ea typeface="Times New Roman"/>
                <a:cs typeface="Times New Roman"/>
                <a:sym typeface="Times New Roman"/>
              </a:rPr>
              <a:t> </a:t>
            </a:r>
            <a:r>
              <a:rPr b="1" i="0" lang="en-IN" sz="1800" u="none" cap="none" strike="noStrike">
                <a:solidFill>
                  <a:srgbClr val="000000"/>
                </a:solidFill>
                <a:latin typeface="Times New Roman"/>
                <a:ea typeface="Times New Roman"/>
                <a:cs typeface="Times New Roman"/>
                <a:sym typeface="Times New Roman"/>
              </a:rPr>
              <a:t>Posting</a:t>
            </a:r>
            <a:r>
              <a:rPr b="1" i="0" lang="en-IN" sz="1400" u="sng" cap="none" strike="noStrike">
                <a:solidFill>
                  <a:srgbClr val="000000"/>
                </a:solidFill>
                <a:latin typeface="Times New Roman"/>
                <a:ea typeface="Times New Roman"/>
                <a:cs typeface="Times New Roman"/>
                <a:sym typeface="Times New Roman"/>
              </a:rPr>
              <a:t>:</a:t>
            </a:r>
            <a:endParaRPr b="0" i="0" sz="1200" u="none" cap="none" strike="noStrike">
              <a:solidFill>
                <a:srgbClr val="000000"/>
              </a:solidFill>
              <a:latin typeface="Times New Roman"/>
              <a:ea typeface="Times New Roman"/>
              <a:cs typeface="Times New Roman"/>
              <a:sym typeface="Times New Roman"/>
            </a:endParaRPr>
          </a:p>
        </p:txBody>
      </p:sp>
      <p:graphicFrame>
        <p:nvGraphicFramePr>
          <p:cNvPr id="353" name="Google Shape;353;p5"/>
          <p:cNvGraphicFramePr/>
          <p:nvPr/>
        </p:nvGraphicFramePr>
        <p:xfrm>
          <a:off x="6061870" y="865777"/>
          <a:ext cx="3000000" cy="3000000"/>
        </p:xfrm>
        <a:graphic>
          <a:graphicData uri="http://schemas.openxmlformats.org/drawingml/2006/table">
            <a:tbl>
              <a:tblPr bandCol="1" bandRow="1" firstCol="1" firstRow="1" lastCol="1" lastRow="1">
                <a:noFill/>
                <a:tableStyleId>{58FBF52A-729C-4566-B371-E38BB0ACAC22}</a:tableStyleId>
              </a:tblPr>
              <a:tblGrid>
                <a:gridCol w="1437325"/>
                <a:gridCol w="1841300"/>
                <a:gridCol w="1040950"/>
                <a:gridCol w="1344250"/>
              </a:tblGrid>
              <a:tr h="233650">
                <a:tc>
                  <a:txBody>
                    <a:bodyPr/>
                    <a:lstStyle/>
                    <a:p>
                      <a:pPr indent="0" lvl="0" marL="77470" marR="0" rtl="0" algn="l">
                        <a:lnSpc>
                          <a:spcPct val="100000"/>
                        </a:lnSpc>
                        <a:spcBef>
                          <a:spcPts val="0"/>
                        </a:spcBef>
                        <a:spcAft>
                          <a:spcPts val="0"/>
                        </a:spcAft>
                        <a:buClr>
                          <a:srgbClr val="000000"/>
                        </a:buClr>
                        <a:buSzPts val="1300"/>
                        <a:buFont typeface="Arial"/>
                        <a:buNone/>
                      </a:pPr>
                      <a:r>
                        <a:rPr lang="en-IN" sz="1300" u="none" cap="none" strike="noStrike"/>
                        <a:t>Field Name</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584835" marR="0" rtl="0" algn="l">
                        <a:lnSpc>
                          <a:spcPct val="100000"/>
                        </a:lnSpc>
                        <a:spcBef>
                          <a:spcPts val="0"/>
                        </a:spcBef>
                        <a:spcAft>
                          <a:spcPts val="0"/>
                        </a:spcAft>
                        <a:buClr>
                          <a:srgbClr val="000000"/>
                        </a:buClr>
                        <a:buSzPts val="1300"/>
                        <a:buFont typeface="Arial"/>
                        <a:buNone/>
                      </a:pPr>
                      <a:r>
                        <a:rPr lang="en-IN" sz="1300" u="none" cap="none" strike="noStrike"/>
                        <a:t>Data Types</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471169" marR="0" rtl="0" algn="l">
                        <a:lnSpc>
                          <a:spcPct val="100000"/>
                        </a:lnSpc>
                        <a:spcBef>
                          <a:spcPts val="0"/>
                        </a:spcBef>
                        <a:spcAft>
                          <a:spcPts val="0"/>
                        </a:spcAft>
                        <a:buClr>
                          <a:srgbClr val="000000"/>
                        </a:buClr>
                        <a:buSzPts val="1300"/>
                        <a:buFont typeface="Arial"/>
                        <a:buNone/>
                      </a:pPr>
                      <a:r>
                        <a:rPr lang="en-IN" sz="1300" u="none" cap="none" strike="noStrike"/>
                        <a:t>Size</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300355" marR="0" rtl="0" algn="l">
                        <a:lnSpc>
                          <a:spcPct val="100000"/>
                        </a:lnSpc>
                        <a:spcBef>
                          <a:spcPts val="0"/>
                        </a:spcBef>
                        <a:spcAft>
                          <a:spcPts val="0"/>
                        </a:spcAft>
                        <a:buClr>
                          <a:srgbClr val="000000"/>
                        </a:buClr>
                        <a:buSzPts val="1300"/>
                        <a:buFont typeface="Arial"/>
                        <a:buNone/>
                      </a:pPr>
                      <a:r>
                        <a:rPr lang="en-IN" sz="1300" u="none" cap="none" strike="noStrike"/>
                        <a:t>Constraints</a:t>
                      </a:r>
                      <a:endParaRPr sz="1100" u="none" cap="none" strike="noStrike">
                        <a:latin typeface="Times New Roman"/>
                        <a:ea typeface="Times New Roman"/>
                        <a:cs typeface="Times New Roman"/>
                        <a:sym typeface="Times New Roman"/>
                      </a:endParaRPr>
                    </a:p>
                  </a:txBody>
                  <a:tcPr marT="0" marB="0" marR="0" marL="0"/>
                </a:tc>
              </a:tr>
              <a:tr h="213375">
                <a:tc>
                  <a:txBody>
                    <a:bodyPr/>
                    <a:lstStyle/>
                    <a:p>
                      <a:pPr indent="0" lvl="0" marL="92075" marR="0" rtl="0" algn="l">
                        <a:lnSpc>
                          <a:spcPct val="111923"/>
                        </a:lnSpc>
                        <a:spcBef>
                          <a:spcPts val="0"/>
                        </a:spcBef>
                        <a:spcAft>
                          <a:spcPts val="0"/>
                        </a:spcAft>
                        <a:buClr>
                          <a:srgbClr val="000000"/>
                        </a:buClr>
                        <a:buSzPts val="1300"/>
                        <a:buFont typeface="Arial"/>
                        <a:buNone/>
                      </a:pPr>
                      <a:r>
                        <a:rPr lang="en-IN" sz="1300" u="none" cap="none" strike="noStrike"/>
                        <a:t>post_id</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48895" marR="372745" rtl="0" algn="ctr">
                        <a:lnSpc>
                          <a:spcPct val="111923"/>
                        </a:lnSpc>
                        <a:spcBef>
                          <a:spcPts val="0"/>
                        </a:spcBef>
                        <a:spcAft>
                          <a:spcPts val="0"/>
                        </a:spcAft>
                        <a:buClr>
                          <a:srgbClr val="000000"/>
                        </a:buClr>
                        <a:buSzPts val="1300"/>
                        <a:buFont typeface="Arial"/>
                        <a:buNone/>
                      </a:pPr>
                      <a:r>
                        <a:rPr lang="en-IN" sz="1300" u="none" cap="none" strike="noStrike"/>
                        <a:t>Int</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132080" marR="22225" rtl="0" algn="ctr">
                        <a:lnSpc>
                          <a:spcPct val="111923"/>
                        </a:lnSpc>
                        <a:spcBef>
                          <a:spcPts val="0"/>
                        </a:spcBef>
                        <a:spcAft>
                          <a:spcPts val="0"/>
                        </a:spcAft>
                        <a:buClr>
                          <a:srgbClr val="000000"/>
                        </a:buClr>
                        <a:buSzPts val="1300"/>
                        <a:buFont typeface="Arial"/>
                        <a:buNone/>
                      </a:pPr>
                      <a:r>
                        <a:rPr lang="en-IN" sz="1300" u="none" cap="none" strike="noStrike"/>
                        <a:t>5</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300355" marR="0" rtl="0" algn="l">
                        <a:lnSpc>
                          <a:spcPct val="111923"/>
                        </a:lnSpc>
                        <a:spcBef>
                          <a:spcPts val="0"/>
                        </a:spcBef>
                        <a:spcAft>
                          <a:spcPts val="0"/>
                        </a:spcAft>
                        <a:buClr>
                          <a:srgbClr val="000000"/>
                        </a:buClr>
                        <a:buSzPts val="1300"/>
                        <a:buFont typeface="Arial"/>
                        <a:buNone/>
                      </a:pPr>
                      <a:r>
                        <a:rPr lang="en-IN" sz="1300" u="none" cap="none" strike="noStrike"/>
                        <a:t>Primary key</a:t>
                      </a:r>
                      <a:endParaRPr sz="1100" u="none" cap="none" strike="noStrike">
                        <a:latin typeface="Times New Roman"/>
                        <a:ea typeface="Times New Roman"/>
                        <a:cs typeface="Times New Roman"/>
                        <a:sym typeface="Times New Roman"/>
                      </a:endParaRPr>
                    </a:p>
                  </a:txBody>
                  <a:tcPr marT="0" marB="0" marR="0" marL="0"/>
                </a:tc>
              </a:tr>
              <a:tr h="213375">
                <a:tc>
                  <a:txBody>
                    <a:bodyPr/>
                    <a:lstStyle/>
                    <a:p>
                      <a:pPr indent="0" lvl="0" marL="76835" marR="0" rtl="0" algn="l">
                        <a:lnSpc>
                          <a:spcPct val="111923"/>
                        </a:lnSpc>
                        <a:spcBef>
                          <a:spcPts val="0"/>
                        </a:spcBef>
                        <a:spcAft>
                          <a:spcPts val="0"/>
                        </a:spcAft>
                        <a:buClr>
                          <a:srgbClr val="000000"/>
                        </a:buClr>
                        <a:buSzPts val="1300"/>
                        <a:buFont typeface="Arial"/>
                        <a:buNone/>
                      </a:pPr>
                      <a:r>
                        <a:rPr lang="en-IN" sz="1300" u="none" cap="none" strike="noStrike"/>
                        <a:t>com_id</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49530" marR="372745" rtl="0" algn="ctr">
                        <a:lnSpc>
                          <a:spcPct val="111923"/>
                        </a:lnSpc>
                        <a:spcBef>
                          <a:spcPts val="0"/>
                        </a:spcBef>
                        <a:spcAft>
                          <a:spcPts val="0"/>
                        </a:spcAft>
                        <a:buClr>
                          <a:srgbClr val="000000"/>
                        </a:buClr>
                        <a:buSzPts val="1300"/>
                        <a:buFont typeface="Arial"/>
                        <a:buNone/>
                      </a:pPr>
                      <a:r>
                        <a:rPr lang="en-IN" sz="1300" u="none" cap="none" strike="noStrike"/>
                        <a:t>Int</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470535" marR="0" rtl="0" algn="l">
                        <a:lnSpc>
                          <a:spcPct val="111923"/>
                        </a:lnSpc>
                        <a:spcBef>
                          <a:spcPts val="0"/>
                        </a:spcBef>
                        <a:spcAft>
                          <a:spcPts val="0"/>
                        </a:spcAft>
                        <a:buClr>
                          <a:srgbClr val="000000"/>
                        </a:buClr>
                        <a:buSzPts val="1300"/>
                        <a:buFont typeface="Arial"/>
                        <a:buNone/>
                      </a:pPr>
                      <a:r>
                        <a:rPr lang="en-IN" sz="1300" u="none" cap="none" strike="noStrike"/>
                        <a:t>50</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300355" marR="0" rtl="0" algn="l">
                        <a:lnSpc>
                          <a:spcPct val="111923"/>
                        </a:lnSpc>
                        <a:spcBef>
                          <a:spcPts val="0"/>
                        </a:spcBef>
                        <a:spcAft>
                          <a:spcPts val="0"/>
                        </a:spcAft>
                        <a:buClr>
                          <a:srgbClr val="000000"/>
                        </a:buClr>
                        <a:buSzPts val="1300"/>
                        <a:buFont typeface="Arial"/>
                        <a:buNone/>
                      </a:pPr>
                      <a:r>
                        <a:rPr lang="en-IN" sz="1300" u="none" cap="none" strike="noStrike"/>
                        <a:t>Reference Key</a:t>
                      </a:r>
                      <a:endParaRPr sz="1100" u="none" cap="none" strike="noStrike">
                        <a:latin typeface="Times New Roman"/>
                        <a:ea typeface="Times New Roman"/>
                        <a:cs typeface="Times New Roman"/>
                        <a:sym typeface="Times New Roman"/>
                      </a:endParaRPr>
                    </a:p>
                  </a:txBody>
                  <a:tcPr marT="0" marB="0" marR="0" marL="0"/>
                </a:tc>
              </a:tr>
              <a:tr h="186150">
                <a:tc>
                  <a:txBody>
                    <a:bodyPr/>
                    <a:lstStyle/>
                    <a:p>
                      <a:pPr indent="0" lvl="0" marL="76835" marR="0" rtl="0" algn="l">
                        <a:lnSpc>
                          <a:spcPct val="105384"/>
                        </a:lnSpc>
                        <a:spcBef>
                          <a:spcPts val="0"/>
                        </a:spcBef>
                        <a:spcAft>
                          <a:spcPts val="0"/>
                        </a:spcAft>
                        <a:buClr>
                          <a:srgbClr val="000000"/>
                        </a:buClr>
                        <a:buSzPts val="1300"/>
                        <a:buFont typeface="Arial"/>
                        <a:buNone/>
                      </a:pPr>
                      <a:r>
                        <a:rPr lang="en-IN" sz="1300" u="none" cap="none" strike="noStrike"/>
                        <a:t>con_person</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560705" marR="0" rtl="0" algn="l">
                        <a:lnSpc>
                          <a:spcPct val="105384"/>
                        </a:lnSpc>
                        <a:spcBef>
                          <a:spcPts val="0"/>
                        </a:spcBef>
                        <a:spcAft>
                          <a:spcPts val="0"/>
                        </a:spcAft>
                        <a:buClr>
                          <a:srgbClr val="000000"/>
                        </a:buClr>
                        <a:buSzPts val="1300"/>
                        <a:buFont typeface="Arial"/>
                        <a:buNone/>
                      </a:pPr>
                      <a:r>
                        <a:rPr lang="en-IN" sz="1300" u="none" cap="none" strike="noStrike"/>
                        <a:t>Varchar</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471169" marR="0" rtl="0" algn="l">
                        <a:lnSpc>
                          <a:spcPct val="105384"/>
                        </a:lnSpc>
                        <a:spcBef>
                          <a:spcPts val="0"/>
                        </a:spcBef>
                        <a:spcAft>
                          <a:spcPts val="0"/>
                        </a:spcAft>
                        <a:buClr>
                          <a:srgbClr val="000000"/>
                        </a:buClr>
                        <a:buSzPts val="1300"/>
                        <a:buFont typeface="Arial"/>
                        <a:buNone/>
                      </a:pPr>
                      <a:r>
                        <a:rPr lang="en-IN" sz="1300" u="none" cap="none" strike="noStrike"/>
                        <a:t>50</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300355" marR="0" rtl="0" algn="l">
                        <a:lnSpc>
                          <a:spcPct val="105384"/>
                        </a:lnSpc>
                        <a:spcBef>
                          <a:spcPts val="0"/>
                        </a:spcBef>
                        <a:spcAft>
                          <a:spcPts val="0"/>
                        </a:spcAft>
                        <a:buClr>
                          <a:srgbClr val="000000"/>
                        </a:buClr>
                        <a:buSzPts val="1300"/>
                        <a:buFont typeface="Arial"/>
                        <a:buNone/>
                      </a:pPr>
                      <a:r>
                        <a:rPr lang="en-IN" sz="1300" u="none" cap="none" strike="noStrike"/>
                        <a:t>Not null</a:t>
                      </a:r>
                      <a:endParaRPr sz="1100" u="none" cap="none" strike="noStrike">
                        <a:latin typeface="Times New Roman"/>
                        <a:ea typeface="Times New Roman"/>
                        <a:cs typeface="Times New Roman"/>
                        <a:sym typeface="Times New Roman"/>
                      </a:endParaRPr>
                    </a:p>
                  </a:txBody>
                  <a:tcPr marT="0" marB="0" marR="0" marL="0"/>
                </a:tc>
              </a:tr>
              <a:tr h="189325">
                <a:tc>
                  <a:txBody>
                    <a:bodyPr/>
                    <a:lstStyle/>
                    <a:p>
                      <a:pPr indent="0" lvl="0" marL="76835" marR="0" rtl="0" algn="l">
                        <a:lnSpc>
                          <a:spcPct val="107307"/>
                        </a:lnSpc>
                        <a:spcBef>
                          <a:spcPts val="0"/>
                        </a:spcBef>
                        <a:spcAft>
                          <a:spcPts val="0"/>
                        </a:spcAft>
                        <a:buClr>
                          <a:srgbClr val="000000"/>
                        </a:buClr>
                        <a:buSzPts val="1300"/>
                        <a:buFont typeface="Arial"/>
                        <a:buNone/>
                      </a:pPr>
                      <a:r>
                        <a:rPr lang="en-IN" sz="1300" u="none" cap="none" strike="noStrike"/>
                        <a:t>title</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560705" marR="0" rtl="0" algn="l">
                        <a:lnSpc>
                          <a:spcPct val="107307"/>
                        </a:lnSpc>
                        <a:spcBef>
                          <a:spcPts val="0"/>
                        </a:spcBef>
                        <a:spcAft>
                          <a:spcPts val="0"/>
                        </a:spcAft>
                        <a:buClr>
                          <a:srgbClr val="000000"/>
                        </a:buClr>
                        <a:buSzPts val="1300"/>
                        <a:buFont typeface="Arial"/>
                        <a:buNone/>
                      </a:pPr>
                      <a:r>
                        <a:rPr lang="en-IN" sz="1300" u="none" cap="none" strike="noStrike"/>
                        <a:t>Varchar</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471169" marR="0" rtl="0" algn="l">
                        <a:lnSpc>
                          <a:spcPct val="107307"/>
                        </a:lnSpc>
                        <a:spcBef>
                          <a:spcPts val="0"/>
                        </a:spcBef>
                        <a:spcAft>
                          <a:spcPts val="0"/>
                        </a:spcAft>
                        <a:buClr>
                          <a:srgbClr val="000000"/>
                        </a:buClr>
                        <a:buSzPts val="1300"/>
                        <a:buFont typeface="Arial"/>
                        <a:buNone/>
                      </a:pPr>
                      <a:r>
                        <a:rPr lang="en-IN" sz="1300" u="none" cap="none" strike="noStrike"/>
                        <a:t>20</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300355" marR="0" rtl="0" algn="l">
                        <a:lnSpc>
                          <a:spcPct val="107307"/>
                        </a:lnSpc>
                        <a:spcBef>
                          <a:spcPts val="0"/>
                        </a:spcBef>
                        <a:spcAft>
                          <a:spcPts val="0"/>
                        </a:spcAft>
                        <a:buClr>
                          <a:srgbClr val="000000"/>
                        </a:buClr>
                        <a:buSzPts val="1300"/>
                        <a:buFont typeface="Arial"/>
                        <a:buNone/>
                      </a:pPr>
                      <a:r>
                        <a:rPr lang="en-IN" sz="1300" u="none" cap="none" strike="noStrike"/>
                        <a:t>Not null</a:t>
                      </a:r>
                      <a:endParaRPr sz="1100" u="none" cap="none" strike="noStrike">
                        <a:latin typeface="Times New Roman"/>
                        <a:ea typeface="Times New Roman"/>
                        <a:cs typeface="Times New Roman"/>
                        <a:sym typeface="Times New Roman"/>
                      </a:endParaRPr>
                    </a:p>
                  </a:txBody>
                  <a:tcPr marT="0" marB="0" marR="0" marL="0"/>
                </a:tc>
              </a:tr>
              <a:tr h="187425">
                <a:tc>
                  <a:txBody>
                    <a:bodyPr/>
                    <a:lstStyle/>
                    <a:p>
                      <a:pPr indent="0" lvl="0" marL="76835" marR="0" rtl="0" algn="l">
                        <a:lnSpc>
                          <a:spcPct val="106538"/>
                        </a:lnSpc>
                        <a:spcBef>
                          <a:spcPts val="0"/>
                        </a:spcBef>
                        <a:spcAft>
                          <a:spcPts val="0"/>
                        </a:spcAft>
                        <a:buClr>
                          <a:srgbClr val="000000"/>
                        </a:buClr>
                        <a:buSzPts val="1300"/>
                        <a:buFont typeface="Arial"/>
                        <a:buNone/>
                      </a:pPr>
                      <a:r>
                        <a:rPr lang="en-IN" sz="1300" u="none" cap="none" strike="noStrike"/>
                        <a:t>department</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560705" marR="0" rtl="0" algn="l">
                        <a:lnSpc>
                          <a:spcPct val="106538"/>
                        </a:lnSpc>
                        <a:spcBef>
                          <a:spcPts val="0"/>
                        </a:spcBef>
                        <a:spcAft>
                          <a:spcPts val="0"/>
                        </a:spcAft>
                        <a:buClr>
                          <a:srgbClr val="000000"/>
                        </a:buClr>
                        <a:buSzPts val="1300"/>
                        <a:buFont typeface="Arial"/>
                        <a:buNone/>
                      </a:pPr>
                      <a:r>
                        <a:rPr lang="en-IN" sz="1300" u="none" cap="none" strike="noStrike"/>
                        <a:t>Varchar</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471169" marR="0" rtl="0" algn="l">
                        <a:lnSpc>
                          <a:spcPct val="106538"/>
                        </a:lnSpc>
                        <a:spcBef>
                          <a:spcPts val="0"/>
                        </a:spcBef>
                        <a:spcAft>
                          <a:spcPts val="0"/>
                        </a:spcAft>
                        <a:buClr>
                          <a:srgbClr val="000000"/>
                        </a:buClr>
                        <a:buSzPts val="1300"/>
                        <a:buFont typeface="Arial"/>
                        <a:buNone/>
                      </a:pPr>
                      <a:r>
                        <a:rPr lang="en-IN" sz="1300" u="none" cap="none" strike="noStrike"/>
                        <a:t>20</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300355" marR="0" rtl="0" algn="l">
                        <a:lnSpc>
                          <a:spcPct val="106538"/>
                        </a:lnSpc>
                        <a:spcBef>
                          <a:spcPts val="0"/>
                        </a:spcBef>
                        <a:spcAft>
                          <a:spcPts val="0"/>
                        </a:spcAft>
                        <a:buClr>
                          <a:srgbClr val="000000"/>
                        </a:buClr>
                        <a:buSzPts val="1300"/>
                        <a:buFont typeface="Arial"/>
                        <a:buNone/>
                      </a:pPr>
                      <a:r>
                        <a:rPr lang="en-IN" sz="1300" u="none" cap="none" strike="noStrike"/>
                        <a:t>Not null</a:t>
                      </a:r>
                      <a:endParaRPr sz="1100" u="none" cap="none" strike="noStrike">
                        <a:latin typeface="Times New Roman"/>
                        <a:ea typeface="Times New Roman"/>
                        <a:cs typeface="Times New Roman"/>
                        <a:sym typeface="Times New Roman"/>
                      </a:endParaRPr>
                    </a:p>
                  </a:txBody>
                  <a:tcPr marT="0" marB="0" marR="0" marL="0"/>
                </a:tc>
              </a:tr>
              <a:tr h="187425">
                <a:tc>
                  <a:txBody>
                    <a:bodyPr/>
                    <a:lstStyle/>
                    <a:p>
                      <a:pPr indent="0" lvl="0" marL="76835" marR="0" rtl="0" algn="l">
                        <a:lnSpc>
                          <a:spcPct val="106538"/>
                        </a:lnSpc>
                        <a:spcBef>
                          <a:spcPts val="0"/>
                        </a:spcBef>
                        <a:spcAft>
                          <a:spcPts val="0"/>
                        </a:spcAft>
                        <a:buClr>
                          <a:srgbClr val="000000"/>
                        </a:buClr>
                        <a:buSzPts val="1300"/>
                        <a:buFont typeface="Arial"/>
                        <a:buNone/>
                      </a:pPr>
                      <a:r>
                        <a:rPr lang="en-IN" sz="1300" u="none" cap="none" strike="noStrike"/>
                        <a:t>city</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560705" marR="0" rtl="0" algn="l">
                        <a:lnSpc>
                          <a:spcPct val="106538"/>
                        </a:lnSpc>
                        <a:spcBef>
                          <a:spcPts val="0"/>
                        </a:spcBef>
                        <a:spcAft>
                          <a:spcPts val="0"/>
                        </a:spcAft>
                        <a:buClr>
                          <a:srgbClr val="000000"/>
                        </a:buClr>
                        <a:buSzPts val="1300"/>
                        <a:buFont typeface="Arial"/>
                        <a:buNone/>
                      </a:pPr>
                      <a:r>
                        <a:rPr lang="en-IN" sz="1300" u="none" cap="none" strike="noStrike"/>
                        <a:t>Varchar</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471169" marR="0" rtl="0" algn="l">
                        <a:lnSpc>
                          <a:spcPct val="106538"/>
                        </a:lnSpc>
                        <a:spcBef>
                          <a:spcPts val="0"/>
                        </a:spcBef>
                        <a:spcAft>
                          <a:spcPts val="0"/>
                        </a:spcAft>
                        <a:buClr>
                          <a:srgbClr val="000000"/>
                        </a:buClr>
                        <a:buSzPts val="1300"/>
                        <a:buFont typeface="Arial"/>
                        <a:buNone/>
                      </a:pPr>
                      <a:r>
                        <a:rPr lang="en-IN" sz="1300" u="none" cap="none" strike="noStrike"/>
                        <a:t>20</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300355" marR="0" rtl="0" algn="l">
                        <a:lnSpc>
                          <a:spcPct val="106538"/>
                        </a:lnSpc>
                        <a:spcBef>
                          <a:spcPts val="0"/>
                        </a:spcBef>
                        <a:spcAft>
                          <a:spcPts val="0"/>
                        </a:spcAft>
                        <a:buClr>
                          <a:srgbClr val="000000"/>
                        </a:buClr>
                        <a:buSzPts val="1300"/>
                        <a:buFont typeface="Arial"/>
                        <a:buNone/>
                      </a:pPr>
                      <a:r>
                        <a:rPr lang="en-IN" sz="1300" u="none" cap="none" strike="noStrike"/>
                        <a:t>Not null</a:t>
                      </a:r>
                      <a:endParaRPr sz="1100" u="none" cap="none" strike="noStrike">
                        <a:latin typeface="Times New Roman"/>
                        <a:ea typeface="Times New Roman"/>
                        <a:cs typeface="Times New Roman"/>
                        <a:sym typeface="Times New Roman"/>
                      </a:endParaRPr>
                    </a:p>
                  </a:txBody>
                  <a:tcPr marT="0" marB="0" marR="0" marL="0"/>
                </a:tc>
              </a:tr>
              <a:tr h="187425">
                <a:tc>
                  <a:txBody>
                    <a:bodyPr/>
                    <a:lstStyle/>
                    <a:p>
                      <a:pPr indent="0" lvl="0" marL="76835" marR="0" rtl="0" algn="l">
                        <a:lnSpc>
                          <a:spcPct val="106538"/>
                        </a:lnSpc>
                        <a:spcBef>
                          <a:spcPts val="0"/>
                        </a:spcBef>
                        <a:spcAft>
                          <a:spcPts val="0"/>
                        </a:spcAft>
                        <a:buClr>
                          <a:srgbClr val="000000"/>
                        </a:buClr>
                        <a:buSzPts val="1300"/>
                        <a:buFont typeface="Arial"/>
                        <a:buNone/>
                      </a:pPr>
                      <a:r>
                        <a:rPr lang="en-IN" sz="1300" u="none" cap="none" strike="noStrike"/>
                        <a:t>State</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560705" marR="0" rtl="0" algn="l">
                        <a:lnSpc>
                          <a:spcPct val="106538"/>
                        </a:lnSpc>
                        <a:spcBef>
                          <a:spcPts val="0"/>
                        </a:spcBef>
                        <a:spcAft>
                          <a:spcPts val="0"/>
                        </a:spcAft>
                        <a:buClr>
                          <a:srgbClr val="000000"/>
                        </a:buClr>
                        <a:buSzPts val="1300"/>
                        <a:buFont typeface="Arial"/>
                        <a:buNone/>
                      </a:pPr>
                      <a:r>
                        <a:rPr lang="en-IN" sz="1300" u="none" cap="none" strike="noStrike"/>
                        <a:t>Varchar</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471169" marR="0" rtl="0" algn="l">
                        <a:lnSpc>
                          <a:spcPct val="106538"/>
                        </a:lnSpc>
                        <a:spcBef>
                          <a:spcPts val="0"/>
                        </a:spcBef>
                        <a:spcAft>
                          <a:spcPts val="0"/>
                        </a:spcAft>
                        <a:buClr>
                          <a:srgbClr val="000000"/>
                        </a:buClr>
                        <a:buSzPts val="1300"/>
                        <a:buFont typeface="Arial"/>
                        <a:buNone/>
                      </a:pPr>
                      <a:r>
                        <a:rPr lang="en-IN" sz="1300" u="none" cap="none" strike="noStrike"/>
                        <a:t>20</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300355" marR="0" rtl="0" algn="l">
                        <a:lnSpc>
                          <a:spcPct val="106538"/>
                        </a:lnSpc>
                        <a:spcBef>
                          <a:spcPts val="0"/>
                        </a:spcBef>
                        <a:spcAft>
                          <a:spcPts val="0"/>
                        </a:spcAft>
                        <a:buClr>
                          <a:srgbClr val="000000"/>
                        </a:buClr>
                        <a:buSzPts val="1300"/>
                        <a:buFont typeface="Arial"/>
                        <a:buNone/>
                      </a:pPr>
                      <a:r>
                        <a:rPr lang="en-IN" sz="1300" u="none" cap="none" strike="noStrike"/>
                        <a:t>Not null</a:t>
                      </a:r>
                      <a:endParaRPr sz="1100" u="none" cap="none" strike="noStrike">
                        <a:latin typeface="Times New Roman"/>
                        <a:ea typeface="Times New Roman"/>
                        <a:cs typeface="Times New Roman"/>
                        <a:sym typeface="Times New Roman"/>
                      </a:endParaRPr>
                    </a:p>
                  </a:txBody>
                  <a:tcPr marT="0" marB="0" marR="0" marL="0"/>
                </a:tc>
              </a:tr>
              <a:tr h="189325">
                <a:tc>
                  <a:txBody>
                    <a:bodyPr/>
                    <a:lstStyle/>
                    <a:p>
                      <a:pPr indent="0" lvl="0" marL="76835" marR="0" rtl="0" algn="l">
                        <a:lnSpc>
                          <a:spcPct val="107307"/>
                        </a:lnSpc>
                        <a:spcBef>
                          <a:spcPts val="0"/>
                        </a:spcBef>
                        <a:spcAft>
                          <a:spcPts val="0"/>
                        </a:spcAft>
                        <a:buClr>
                          <a:srgbClr val="000000"/>
                        </a:buClr>
                        <a:buSzPts val="1300"/>
                        <a:buFont typeface="Arial"/>
                        <a:buNone/>
                      </a:pPr>
                      <a:r>
                        <a:rPr lang="en-IN" sz="1300" u="none" cap="none" strike="noStrike"/>
                        <a:t>country</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560705" marR="0" rtl="0" algn="l">
                        <a:lnSpc>
                          <a:spcPct val="107307"/>
                        </a:lnSpc>
                        <a:spcBef>
                          <a:spcPts val="0"/>
                        </a:spcBef>
                        <a:spcAft>
                          <a:spcPts val="0"/>
                        </a:spcAft>
                        <a:buClr>
                          <a:srgbClr val="000000"/>
                        </a:buClr>
                        <a:buSzPts val="1300"/>
                        <a:buFont typeface="Arial"/>
                        <a:buNone/>
                      </a:pPr>
                      <a:r>
                        <a:rPr lang="en-IN" sz="1300" u="none" cap="none" strike="noStrike"/>
                        <a:t>Varchar</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471169" marR="0" rtl="0" algn="l">
                        <a:lnSpc>
                          <a:spcPct val="107307"/>
                        </a:lnSpc>
                        <a:spcBef>
                          <a:spcPts val="0"/>
                        </a:spcBef>
                        <a:spcAft>
                          <a:spcPts val="0"/>
                        </a:spcAft>
                        <a:buClr>
                          <a:srgbClr val="000000"/>
                        </a:buClr>
                        <a:buSzPts val="1300"/>
                        <a:buFont typeface="Arial"/>
                        <a:buNone/>
                      </a:pPr>
                      <a:r>
                        <a:rPr lang="en-IN" sz="1300" u="none" cap="none" strike="noStrike"/>
                        <a:t>20</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300355" marR="0" rtl="0" algn="l">
                        <a:lnSpc>
                          <a:spcPct val="107307"/>
                        </a:lnSpc>
                        <a:spcBef>
                          <a:spcPts val="0"/>
                        </a:spcBef>
                        <a:spcAft>
                          <a:spcPts val="0"/>
                        </a:spcAft>
                        <a:buClr>
                          <a:srgbClr val="000000"/>
                        </a:buClr>
                        <a:buSzPts val="1300"/>
                        <a:buFont typeface="Arial"/>
                        <a:buNone/>
                      </a:pPr>
                      <a:r>
                        <a:rPr lang="en-IN" sz="1300" u="none" cap="none" strike="noStrike"/>
                        <a:t>Not null</a:t>
                      </a:r>
                      <a:endParaRPr sz="1100" u="none" cap="none" strike="noStrike">
                        <a:latin typeface="Times New Roman"/>
                        <a:ea typeface="Times New Roman"/>
                        <a:cs typeface="Times New Roman"/>
                        <a:sym typeface="Times New Roman"/>
                      </a:endParaRPr>
                    </a:p>
                  </a:txBody>
                  <a:tcPr marT="0" marB="0" marR="0" marL="0"/>
                </a:tc>
              </a:tr>
              <a:tr h="186150">
                <a:tc>
                  <a:txBody>
                    <a:bodyPr/>
                    <a:lstStyle/>
                    <a:p>
                      <a:pPr indent="0" lvl="0" marL="76835" marR="0" rtl="0" algn="l">
                        <a:lnSpc>
                          <a:spcPct val="105384"/>
                        </a:lnSpc>
                        <a:spcBef>
                          <a:spcPts val="0"/>
                        </a:spcBef>
                        <a:spcAft>
                          <a:spcPts val="0"/>
                        </a:spcAft>
                        <a:buClr>
                          <a:srgbClr val="000000"/>
                        </a:buClr>
                        <a:buSzPts val="1300"/>
                        <a:buFont typeface="Arial"/>
                        <a:buNone/>
                      </a:pPr>
                      <a:r>
                        <a:rPr lang="en-IN" sz="1300" u="none" cap="none" strike="noStrike"/>
                        <a:t>edu_level</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560705" marR="0" rtl="0" algn="l">
                        <a:lnSpc>
                          <a:spcPct val="105384"/>
                        </a:lnSpc>
                        <a:spcBef>
                          <a:spcPts val="0"/>
                        </a:spcBef>
                        <a:spcAft>
                          <a:spcPts val="0"/>
                        </a:spcAft>
                        <a:buClr>
                          <a:srgbClr val="000000"/>
                        </a:buClr>
                        <a:buSzPts val="1300"/>
                        <a:buFont typeface="Arial"/>
                        <a:buNone/>
                      </a:pPr>
                      <a:r>
                        <a:rPr lang="en-IN" sz="1300" u="none" cap="none" strike="noStrike"/>
                        <a:t>Varchar</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471169" marR="0" rtl="0" algn="l">
                        <a:lnSpc>
                          <a:spcPct val="105384"/>
                        </a:lnSpc>
                        <a:spcBef>
                          <a:spcPts val="0"/>
                        </a:spcBef>
                        <a:spcAft>
                          <a:spcPts val="0"/>
                        </a:spcAft>
                        <a:buClr>
                          <a:srgbClr val="000000"/>
                        </a:buClr>
                        <a:buSzPts val="1300"/>
                        <a:buFont typeface="Arial"/>
                        <a:buNone/>
                      </a:pPr>
                      <a:r>
                        <a:rPr lang="en-IN" sz="1300" u="none" cap="none" strike="noStrike"/>
                        <a:t>30</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300355" marR="0" rtl="0" algn="l">
                        <a:lnSpc>
                          <a:spcPct val="105384"/>
                        </a:lnSpc>
                        <a:spcBef>
                          <a:spcPts val="0"/>
                        </a:spcBef>
                        <a:spcAft>
                          <a:spcPts val="0"/>
                        </a:spcAft>
                        <a:buClr>
                          <a:srgbClr val="000000"/>
                        </a:buClr>
                        <a:buSzPts val="1300"/>
                        <a:buFont typeface="Arial"/>
                        <a:buNone/>
                      </a:pPr>
                      <a:r>
                        <a:rPr lang="en-IN" sz="1300" u="none" cap="none" strike="noStrike"/>
                        <a:t>Not null</a:t>
                      </a:r>
                      <a:endParaRPr sz="1100" u="none" cap="none" strike="noStrike">
                        <a:latin typeface="Times New Roman"/>
                        <a:ea typeface="Times New Roman"/>
                        <a:cs typeface="Times New Roman"/>
                        <a:sym typeface="Times New Roman"/>
                      </a:endParaRPr>
                    </a:p>
                  </a:txBody>
                  <a:tcPr marT="0" marB="0" marR="0" marL="0"/>
                </a:tc>
              </a:tr>
              <a:tr h="189325">
                <a:tc>
                  <a:txBody>
                    <a:bodyPr/>
                    <a:lstStyle/>
                    <a:p>
                      <a:pPr indent="0" lvl="0" marL="76835" marR="0" rtl="0" algn="l">
                        <a:lnSpc>
                          <a:spcPct val="107307"/>
                        </a:lnSpc>
                        <a:spcBef>
                          <a:spcPts val="0"/>
                        </a:spcBef>
                        <a:spcAft>
                          <a:spcPts val="0"/>
                        </a:spcAft>
                        <a:buClr>
                          <a:srgbClr val="000000"/>
                        </a:buClr>
                        <a:buSzPts val="1300"/>
                        <a:buFont typeface="Arial"/>
                        <a:buNone/>
                      </a:pPr>
                      <a:r>
                        <a:rPr lang="en-IN" sz="1300" u="none" cap="none" strike="noStrike"/>
                        <a:t>job_type</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560705" marR="0" rtl="0" algn="l">
                        <a:lnSpc>
                          <a:spcPct val="107307"/>
                        </a:lnSpc>
                        <a:spcBef>
                          <a:spcPts val="0"/>
                        </a:spcBef>
                        <a:spcAft>
                          <a:spcPts val="0"/>
                        </a:spcAft>
                        <a:buClr>
                          <a:srgbClr val="000000"/>
                        </a:buClr>
                        <a:buSzPts val="1300"/>
                        <a:buFont typeface="Arial"/>
                        <a:buNone/>
                      </a:pPr>
                      <a:r>
                        <a:rPr lang="en-IN" sz="1300" u="none" cap="none" strike="noStrike"/>
                        <a:t>Varchar</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471169" marR="0" rtl="0" algn="l">
                        <a:lnSpc>
                          <a:spcPct val="107307"/>
                        </a:lnSpc>
                        <a:spcBef>
                          <a:spcPts val="0"/>
                        </a:spcBef>
                        <a:spcAft>
                          <a:spcPts val="0"/>
                        </a:spcAft>
                        <a:buClr>
                          <a:srgbClr val="000000"/>
                        </a:buClr>
                        <a:buSzPts val="1300"/>
                        <a:buFont typeface="Arial"/>
                        <a:buNone/>
                      </a:pPr>
                      <a:r>
                        <a:rPr lang="en-IN" sz="1300" u="none" cap="none" strike="noStrike"/>
                        <a:t>20</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300355" marR="0" rtl="0" algn="l">
                        <a:lnSpc>
                          <a:spcPct val="107307"/>
                        </a:lnSpc>
                        <a:spcBef>
                          <a:spcPts val="0"/>
                        </a:spcBef>
                        <a:spcAft>
                          <a:spcPts val="0"/>
                        </a:spcAft>
                        <a:buClr>
                          <a:srgbClr val="000000"/>
                        </a:buClr>
                        <a:buSzPts val="1300"/>
                        <a:buFont typeface="Arial"/>
                        <a:buNone/>
                      </a:pPr>
                      <a:r>
                        <a:rPr lang="en-IN" sz="1300" u="none" cap="none" strike="noStrike"/>
                        <a:t>Not null</a:t>
                      </a:r>
                      <a:endParaRPr sz="1100" u="none" cap="none" strike="noStrike">
                        <a:latin typeface="Times New Roman"/>
                        <a:ea typeface="Times New Roman"/>
                        <a:cs typeface="Times New Roman"/>
                        <a:sym typeface="Times New Roman"/>
                      </a:endParaRPr>
                    </a:p>
                  </a:txBody>
                  <a:tcPr marT="0" marB="0" marR="0" marL="0"/>
                </a:tc>
              </a:tr>
              <a:tr h="187425">
                <a:tc>
                  <a:txBody>
                    <a:bodyPr/>
                    <a:lstStyle/>
                    <a:p>
                      <a:pPr indent="0" lvl="0" marL="76835" marR="0" rtl="0" algn="l">
                        <a:lnSpc>
                          <a:spcPct val="106538"/>
                        </a:lnSpc>
                        <a:spcBef>
                          <a:spcPts val="0"/>
                        </a:spcBef>
                        <a:spcAft>
                          <a:spcPts val="0"/>
                        </a:spcAft>
                        <a:buClr>
                          <a:srgbClr val="000000"/>
                        </a:buClr>
                        <a:buSzPts val="1300"/>
                        <a:buFont typeface="Arial"/>
                        <a:buNone/>
                      </a:pPr>
                      <a:r>
                        <a:rPr lang="en-IN" sz="1300" u="none" cap="none" strike="noStrike"/>
                        <a:t>min_salary</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0" marR="372745" rtl="0" algn="ctr">
                        <a:lnSpc>
                          <a:spcPct val="106538"/>
                        </a:lnSpc>
                        <a:spcBef>
                          <a:spcPts val="0"/>
                        </a:spcBef>
                        <a:spcAft>
                          <a:spcPts val="0"/>
                        </a:spcAft>
                        <a:buClr>
                          <a:srgbClr val="000000"/>
                        </a:buClr>
                        <a:buSzPts val="1300"/>
                        <a:buFont typeface="Arial"/>
                        <a:buNone/>
                      </a:pPr>
                      <a:r>
                        <a:rPr lang="en-IN" sz="1300" u="none" cap="none" strike="noStrike"/>
                        <a:t>Int</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471169" marR="0" rtl="0" algn="l">
                        <a:lnSpc>
                          <a:spcPct val="106538"/>
                        </a:lnSpc>
                        <a:spcBef>
                          <a:spcPts val="0"/>
                        </a:spcBef>
                        <a:spcAft>
                          <a:spcPts val="0"/>
                        </a:spcAft>
                        <a:buClr>
                          <a:srgbClr val="000000"/>
                        </a:buClr>
                        <a:buSzPts val="1300"/>
                        <a:buFont typeface="Arial"/>
                        <a:buNone/>
                      </a:pPr>
                      <a:r>
                        <a:rPr lang="en-IN" sz="1300" u="none" cap="none" strike="noStrike"/>
                        <a:t>10</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300355" marR="0" rtl="0" algn="l">
                        <a:lnSpc>
                          <a:spcPct val="106538"/>
                        </a:lnSpc>
                        <a:spcBef>
                          <a:spcPts val="0"/>
                        </a:spcBef>
                        <a:spcAft>
                          <a:spcPts val="0"/>
                        </a:spcAft>
                        <a:buClr>
                          <a:srgbClr val="000000"/>
                        </a:buClr>
                        <a:buSzPts val="1300"/>
                        <a:buFont typeface="Arial"/>
                        <a:buNone/>
                      </a:pPr>
                      <a:r>
                        <a:rPr lang="en-IN" sz="1300" u="none" cap="none" strike="noStrike"/>
                        <a:t>Not null</a:t>
                      </a:r>
                      <a:endParaRPr sz="1100" u="none" cap="none" strike="noStrike">
                        <a:latin typeface="Times New Roman"/>
                        <a:ea typeface="Times New Roman"/>
                        <a:cs typeface="Times New Roman"/>
                        <a:sym typeface="Times New Roman"/>
                      </a:endParaRPr>
                    </a:p>
                  </a:txBody>
                  <a:tcPr marT="0" marB="0" marR="0" marL="0"/>
                </a:tc>
              </a:tr>
              <a:tr h="189325">
                <a:tc>
                  <a:txBody>
                    <a:bodyPr/>
                    <a:lstStyle/>
                    <a:p>
                      <a:pPr indent="0" lvl="0" marL="52705" marR="0" rtl="0" algn="l">
                        <a:lnSpc>
                          <a:spcPct val="107307"/>
                        </a:lnSpc>
                        <a:spcBef>
                          <a:spcPts val="0"/>
                        </a:spcBef>
                        <a:spcAft>
                          <a:spcPts val="0"/>
                        </a:spcAft>
                        <a:buClr>
                          <a:srgbClr val="000000"/>
                        </a:buClr>
                        <a:buSzPts val="1300"/>
                        <a:buFont typeface="Arial"/>
                        <a:buNone/>
                      </a:pPr>
                      <a:r>
                        <a:rPr lang="en-IN" sz="1300" u="none" cap="none" strike="noStrike"/>
                        <a:t>max_salary</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0" marR="372745" rtl="0" algn="ctr">
                        <a:lnSpc>
                          <a:spcPct val="107307"/>
                        </a:lnSpc>
                        <a:spcBef>
                          <a:spcPts val="0"/>
                        </a:spcBef>
                        <a:spcAft>
                          <a:spcPts val="0"/>
                        </a:spcAft>
                        <a:buClr>
                          <a:srgbClr val="000000"/>
                        </a:buClr>
                        <a:buSzPts val="1300"/>
                        <a:buFont typeface="Arial"/>
                        <a:buNone/>
                      </a:pPr>
                      <a:r>
                        <a:rPr lang="en-IN" sz="1300" u="none" cap="none" strike="noStrike"/>
                        <a:t>Int</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471169" marR="0" rtl="0" algn="l">
                        <a:lnSpc>
                          <a:spcPct val="107307"/>
                        </a:lnSpc>
                        <a:spcBef>
                          <a:spcPts val="0"/>
                        </a:spcBef>
                        <a:spcAft>
                          <a:spcPts val="0"/>
                        </a:spcAft>
                        <a:buClr>
                          <a:srgbClr val="000000"/>
                        </a:buClr>
                        <a:buSzPts val="1300"/>
                        <a:buFont typeface="Arial"/>
                        <a:buNone/>
                      </a:pPr>
                      <a:r>
                        <a:rPr lang="en-IN" sz="1300" u="none" cap="none" strike="noStrike"/>
                        <a:t>10</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300355" marR="0" rtl="0" algn="l">
                        <a:lnSpc>
                          <a:spcPct val="107307"/>
                        </a:lnSpc>
                        <a:spcBef>
                          <a:spcPts val="0"/>
                        </a:spcBef>
                        <a:spcAft>
                          <a:spcPts val="0"/>
                        </a:spcAft>
                        <a:buClr>
                          <a:srgbClr val="000000"/>
                        </a:buClr>
                        <a:buSzPts val="1300"/>
                        <a:buFont typeface="Arial"/>
                        <a:buNone/>
                      </a:pPr>
                      <a:r>
                        <a:rPr lang="en-IN" sz="1300" u="none" cap="none" strike="noStrike"/>
                        <a:t>Not null</a:t>
                      </a:r>
                      <a:endParaRPr sz="1100" u="none" cap="none" strike="noStrike">
                        <a:latin typeface="Times New Roman"/>
                        <a:ea typeface="Times New Roman"/>
                        <a:cs typeface="Times New Roman"/>
                        <a:sym typeface="Times New Roman"/>
                      </a:endParaRPr>
                    </a:p>
                  </a:txBody>
                  <a:tcPr marT="0" marB="0" marR="0" marL="0"/>
                </a:tc>
              </a:tr>
              <a:tr h="187425">
                <a:tc>
                  <a:txBody>
                    <a:bodyPr/>
                    <a:lstStyle/>
                    <a:p>
                      <a:pPr indent="0" lvl="0" marL="76835" marR="0" rtl="0" algn="l">
                        <a:lnSpc>
                          <a:spcPct val="106538"/>
                        </a:lnSpc>
                        <a:spcBef>
                          <a:spcPts val="0"/>
                        </a:spcBef>
                        <a:spcAft>
                          <a:spcPts val="0"/>
                        </a:spcAft>
                        <a:buClr>
                          <a:srgbClr val="000000"/>
                        </a:buClr>
                        <a:buSzPts val="1300"/>
                        <a:buFont typeface="Arial"/>
                        <a:buNone/>
                      </a:pPr>
                      <a:r>
                        <a:rPr lang="en-IN" sz="1300" u="none" cap="none" strike="noStrike"/>
                        <a:t>job_des</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560705" marR="0" rtl="0" algn="l">
                        <a:lnSpc>
                          <a:spcPct val="106538"/>
                        </a:lnSpc>
                        <a:spcBef>
                          <a:spcPts val="0"/>
                        </a:spcBef>
                        <a:spcAft>
                          <a:spcPts val="0"/>
                        </a:spcAft>
                        <a:buClr>
                          <a:srgbClr val="000000"/>
                        </a:buClr>
                        <a:buSzPts val="1300"/>
                        <a:buFont typeface="Arial"/>
                        <a:buNone/>
                      </a:pPr>
                      <a:r>
                        <a:rPr lang="en-IN" sz="1300" u="none" cap="none" strike="noStrike"/>
                        <a:t>Varchar</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471169" marR="0" rtl="0" algn="l">
                        <a:lnSpc>
                          <a:spcPct val="106538"/>
                        </a:lnSpc>
                        <a:spcBef>
                          <a:spcPts val="0"/>
                        </a:spcBef>
                        <a:spcAft>
                          <a:spcPts val="0"/>
                        </a:spcAft>
                        <a:buClr>
                          <a:srgbClr val="000000"/>
                        </a:buClr>
                        <a:buSzPts val="1300"/>
                        <a:buFont typeface="Arial"/>
                        <a:buNone/>
                      </a:pPr>
                      <a:r>
                        <a:rPr lang="en-IN" sz="1300" u="none" cap="none" strike="noStrike"/>
                        <a:t>20</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300355" marR="0" rtl="0" algn="l">
                        <a:lnSpc>
                          <a:spcPct val="106538"/>
                        </a:lnSpc>
                        <a:spcBef>
                          <a:spcPts val="0"/>
                        </a:spcBef>
                        <a:spcAft>
                          <a:spcPts val="0"/>
                        </a:spcAft>
                        <a:buClr>
                          <a:srgbClr val="000000"/>
                        </a:buClr>
                        <a:buSzPts val="1300"/>
                        <a:buFont typeface="Arial"/>
                        <a:buNone/>
                      </a:pPr>
                      <a:r>
                        <a:rPr lang="en-IN" sz="1300" u="none" cap="none" strike="noStrike"/>
                        <a:t>Not null</a:t>
                      </a:r>
                      <a:endParaRPr sz="1100" u="none" cap="none" strike="noStrike">
                        <a:latin typeface="Times New Roman"/>
                        <a:ea typeface="Times New Roman"/>
                        <a:cs typeface="Times New Roman"/>
                        <a:sym typeface="Times New Roman"/>
                      </a:endParaRPr>
                    </a:p>
                  </a:txBody>
                  <a:tcPr marT="0" marB="0" marR="0" marL="0"/>
                </a:tc>
              </a:tr>
              <a:tr h="187425">
                <a:tc>
                  <a:txBody>
                    <a:bodyPr/>
                    <a:lstStyle/>
                    <a:p>
                      <a:pPr indent="0" lvl="0" marL="76835" marR="0" rtl="0" algn="l">
                        <a:lnSpc>
                          <a:spcPct val="106538"/>
                        </a:lnSpc>
                        <a:spcBef>
                          <a:spcPts val="0"/>
                        </a:spcBef>
                        <a:spcAft>
                          <a:spcPts val="0"/>
                        </a:spcAft>
                        <a:buClr>
                          <a:srgbClr val="000000"/>
                        </a:buClr>
                        <a:buSzPts val="1300"/>
                        <a:buFont typeface="Arial"/>
                        <a:buNone/>
                      </a:pPr>
                      <a:r>
                        <a:rPr lang="en-IN" sz="1300" u="none" cap="none" strike="noStrike"/>
                        <a:t>post_date</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560705" marR="0" rtl="0" algn="l">
                        <a:lnSpc>
                          <a:spcPct val="106538"/>
                        </a:lnSpc>
                        <a:spcBef>
                          <a:spcPts val="0"/>
                        </a:spcBef>
                        <a:spcAft>
                          <a:spcPts val="0"/>
                        </a:spcAft>
                        <a:buClr>
                          <a:srgbClr val="000000"/>
                        </a:buClr>
                        <a:buSzPts val="1300"/>
                        <a:buFont typeface="Arial"/>
                        <a:buNone/>
                      </a:pPr>
                      <a:r>
                        <a:rPr lang="en-IN" sz="1300" u="none" cap="none" strike="noStrike"/>
                        <a:t>Date</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471169" marR="0" rtl="0" algn="l">
                        <a:lnSpc>
                          <a:spcPct val="106538"/>
                        </a:lnSpc>
                        <a:spcBef>
                          <a:spcPts val="0"/>
                        </a:spcBef>
                        <a:spcAft>
                          <a:spcPts val="0"/>
                        </a:spcAft>
                        <a:buClr>
                          <a:srgbClr val="000000"/>
                        </a:buClr>
                        <a:buSzPts val="1300"/>
                        <a:buFont typeface="Arial"/>
                        <a:buNone/>
                      </a:pPr>
                      <a:r>
                        <a:rPr lang="en-IN" sz="1300" u="none" cap="none" strike="noStrike"/>
                        <a:t>10</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300355" marR="0" rtl="0" algn="l">
                        <a:lnSpc>
                          <a:spcPct val="106538"/>
                        </a:lnSpc>
                        <a:spcBef>
                          <a:spcPts val="0"/>
                        </a:spcBef>
                        <a:spcAft>
                          <a:spcPts val="0"/>
                        </a:spcAft>
                        <a:buClr>
                          <a:srgbClr val="000000"/>
                        </a:buClr>
                        <a:buSzPts val="1300"/>
                        <a:buFont typeface="Arial"/>
                        <a:buNone/>
                      </a:pPr>
                      <a:r>
                        <a:rPr lang="en-IN" sz="1300" u="none" cap="none" strike="noStrike"/>
                        <a:t>Not null</a:t>
                      </a:r>
                      <a:endParaRPr sz="1100" u="none" cap="none" strike="noStrike">
                        <a:latin typeface="Times New Roman"/>
                        <a:ea typeface="Times New Roman"/>
                        <a:cs typeface="Times New Roman"/>
                        <a:sym typeface="Times New Roman"/>
                      </a:endParaRPr>
                    </a:p>
                  </a:txBody>
                  <a:tcPr marT="0" marB="0" marR="0" marL="0"/>
                </a:tc>
              </a:tr>
              <a:tr h="187425">
                <a:tc>
                  <a:txBody>
                    <a:bodyPr/>
                    <a:lstStyle/>
                    <a:p>
                      <a:pPr indent="0" lvl="0" marL="76835" marR="0" rtl="0" algn="l">
                        <a:lnSpc>
                          <a:spcPct val="106538"/>
                        </a:lnSpc>
                        <a:spcBef>
                          <a:spcPts val="0"/>
                        </a:spcBef>
                        <a:spcAft>
                          <a:spcPts val="0"/>
                        </a:spcAft>
                        <a:buClr>
                          <a:srgbClr val="000000"/>
                        </a:buClr>
                        <a:buSzPts val="1300"/>
                        <a:buFont typeface="Arial"/>
                        <a:buNone/>
                      </a:pPr>
                      <a:r>
                        <a:rPr lang="en-IN" sz="1300" u="none" cap="none" strike="noStrike"/>
                        <a:t>post_by</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560705" marR="0" rtl="0" algn="l">
                        <a:lnSpc>
                          <a:spcPct val="106538"/>
                        </a:lnSpc>
                        <a:spcBef>
                          <a:spcPts val="0"/>
                        </a:spcBef>
                        <a:spcAft>
                          <a:spcPts val="0"/>
                        </a:spcAft>
                        <a:buClr>
                          <a:srgbClr val="000000"/>
                        </a:buClr>
                        <a:buSzPts val="1300"/>
                        <a:buFont typeface="Arial"/>
                        <a:buNone/>
                      </a:pPr>
                      <a:r>
                        <a:rPr lang="en-IN" sz="1300" u="none" cap="none" strike="noStrike"/>
                        <a:t>Varchar</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471169" marR="0" rtl="0" algn="l">
                        <a:lnSpc>
                          <a:spcPct val="106538"/>
                        </a:lnSpc>
                        <a:spcBef>
                          <a:spcPts val="0"/>
                        </a:spcBef>
                        <a:spcAft>
                          <a:spcPts val="0"/>
                        </a:spcAft>
                        <a:buClr>
                          <a:srgbClr val="000000"/>
                        </a:buClr>
                        <a:buSzPts val="1300"/>
                        <a:buFont typeface="Arial"/>
                        <a:buNone/>
                      </a:pPr>
                      <a:r>
                        <a:rPr lang="en-IN" sz="1300" u="none" cap="none" strike="noStrike"/>
                        <a:t>20</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300355" marR="0" rtl="0" algn="l">
                        <a:lnSpc>
                          <a:spcPct val="106538"/>
                        </a:lnSpc>
                        <a:spcBef>
                          <a:spcPts val="0"/>
                        </a:spcBef>
                        <a:spcAft>
                          <a:spcPts val="0"/>
                        </a:spcAft>
                        <a:buClr>
                          <a:srgbClr val="000000"/>
                        </a:buClr>
                        <a:buSzPts val="1300"/>
                        <a:buFont typeface="Arial"/>
                        <a:buNone/>
                      </a:pPr>
                      <a:r>
                        <a:rPr lang="en-IN" sz="1300" u="none" cap="none" strike="noStrike"/>
                        <a:t>Not null</a:t>
                      </a:r>
                      <a:endParaRPr sz="1100" u="none" cap="none" strike="noStrike">
                        <a:latin typeface="Times New Roman"/>
                        <a:ea typeface="Times New Roman"/>
                        <a:cs typeface="Times New Roman"/>
                        <a:sym typeface="Times New Roman"/>
                      </a:endParaRPr>
                    </a:p>
                  </a:txBody>
                  <a:tcPr marT="0" marB="0" marR="0" marL="0"/>
                </a:tc>
              </a:tr>
            </a:tbl>
          </a:graphicData>
        </a:graphic>
      </p:graphicFrame>
      <p:sp>
        <p:nvSpPr>
          <p:cNvPr id="354" name="Google Shape;354;p5"/>
          <p:cNvSpPr/>
          <p:nvPr/>
        </p:nvSpPr>
        <p:spPr>
          <a:xfrm>
            <a:off x="8202202" y="4064720"/>
            <a:ext cx="1379224" cy="400110"/>
          </a:xfrm>
          <a:prstGeom prst="rect">
            <a:avLst/>
          </a:prstGeom>
          <a:noFill/>
          <a:ln>
            <a:noFill/>
          </a:ln>
        </p:spPr>
        <p:txBody>
          <a:bodyPr anchorCtr="0" anchor="t" bIns="45700" lIns="91425" spcFirstLastPara="1" rIns="91425" wrap="square" tIns="45700">
            <a:spAutoFit/>
          </a:bodyPr>
          <a:lstStyle/>
          <a:p>
            <a:pPr indent="0" lvl="0" marL="633730" marR="0" rtl="0" algn="l">
              <a:lnSpc>
                <a:spcPct val="100000"/>
              </a:lnSpc>
              <a:spcBef>
                <a:spcPts val="0"/>
              </a:spcBef>
              <a:spcAft>
                <a:spcPts val="0"/>
              </a:spcAft>
              <a:buClr>
                <a:srgbClr val="000000"/>
              </a:buClr>
              <a:buSzPts val="2000"/>
              <a:buFont typeface="Arial"/>
              <a:buNone/>
            </a:pPr>
            <a:r>
              <a:rPr b="1" i="0" lang="en-IN" sz="2000" u="none" cap="none" strike="noStrike">
                <a:solidFill>
                  <a:srgbClr val="000000"/>
                </a:solidFill>
                <a:latin typeface="Times New Roman"/>
                <a:ea typeface="Times New Roman"/>
                <a:cs typeface="Times New Roman"/>
                <a:sym typeface="Times New Roman"/>
              </a:rPr>
              <a:t>user:</a:t>
            </a:r>
            <a:endParaRPr b="0" i="0" sz="1400" u="none" cap="none" strike="noStrike">
              <a:solidFill>
                <a:srgbClr val="000000"/>
              </a:solidFill>
              <a:latin typeface="Arial"/>
              <a:ea typeface="Arial"/>
              <a:cs typeface="Arial"/>
              <a:sym typeface="Arial"/>
            </a:endParaRPr>
          </a:p>
        </p:txBody>
      </p:sp>
      <p:graphicFrame>
        <p:nvGraphicFramePr>
          <p:cNvPr id="355" name="Google Shape;355;p5"/>
          <p:cNvGraphicFramePr/>
          <p:nvPr/>
        </p:nvGraphicFramePr>
        <p:xfrm>
          <a:off x="6131152" y="4599572"/>
          <a:ext cx="3000000" cy="3000000"/>
        </p:xfrm>
        <a:graphic>
          <a:graphicData uri="http://schemas.openxmlformats.org/drawingml/2006/table">
            <a:tbl>
              <a:tblPr bandCol="1" bandRow="1" firstCol="1" firstRow="1" lastCol="1" lastRow="1">
                <a:noFill/>
                <a:tableStyleId>{58FBF52A-729C-4566-B371-E38BB0ACAC22}</a:tableStyleId>
              </a:tblPr>
              <a:tblGrid>
                <a:gridCol w="1654800"/>
                <a:gridCol w="1970400"/>
                <a:gridCol w="864225"/>
                <a:gridCol w="1031875"/>
              </a:tblGrid>
              <a:tr h="240675">
                <a:tc>
                  <a:txBody>
                    <a:bodyPr/>
                    <a:lstStyle/>
                    <a:p>
                      <a:pPr indent="0" lvl="0" marL="77470" marR="0" rtl="0" algn="l">
                        <a:lnSpc>
                          <a:spcPct val="100000"/>
                        </a:lnSpc>
                        <a:spcBef>
                          <a:spcPts val="0"/>
                        </a:spcBef>
                        <a:spcAft>
                          <a:spcPts val="0"/>
                        </a:spcAft>
                        <a:buClr>
                          <a:srgbClr val="000000"/>
                        </a:buClr>
                        <a:buSzPts val="1300"/>
                        <a:buFont typeface="Arial"/>
                        <a:buNone/>
                      </a:pPr>
                      <a:r>
                        <a:rPr lang="en-IN" sz="1300" u="none" cap="none" strike="noStrike"/>
                        <a:t>Field Name</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383540" marR="1905" rtl="0" algn="ctr">
                        <a:lnSpc>
                          <a:spcPct val="100000"/>
                        </a:lnSpc>
                        <a:spcBef>
                          <a:spcPts val="0"/>
                        </a:spcBef>
                        <a:spcAft>
                          <a:spcPts val="0"/>
                        </a:spcAft>
                        <a:buClr>
                          <a:srgbClr val="000000"/>
                        </a:buClr>
                        <a:buSzPts val="1300"/>
                        <a:buFont typeface="Arial"/>
                        <a:buNone/>
                      </a:pPr>
                      <a:r>
                        <a:rPr lang="en-IN" sz="1300" u="none" cap="none" strike="noStrike"/>
                        <a:t>Data Types</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0" marR="175260" rtl="0" algn="r">
                        <a:lnSpc>
                          <a:spcPct val="100000"/>
                        </a:lnSpc>
                        <a:spcBef>
                          <a:spcPts val="0"/>
                        </a:spcBef>
                        <a:spcAft>
                          <a:spcPts val="0"/>
                        </a:spcAft>
                        <a:buClr>
                          <a:srgbClr val="000000"/>
                        </a:buClr>
                        <a:buSzPts val="1300"/>
                        <a:buFont typeface="Arial"/>
                        <a:buNone/>
                      </a:pPr>
                      <a:r>
                        <a:rPr lang="en-IN" sz="1300" u="none" cap="none" strike="noStrike"/>
                        <a:t>Size</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189230" marR="0" rtl="0" algn="l">
                        <a:lnSpc>
                          <a:spcPct val="100000"/>
                        </a:lnSpc>
                        <a:spcBef>
                          <a:spcPts val="0"/>
                        </a:spcBef>
                        <a:spcAft>
                          <a:spcPts val="0"/>
                        </a:spcAft>
                        <a:buClr>
                          <a:srgbClr val="000000"/>
                        </a:buClr>
                        <a:buSzPts val="1300"/>
                        <a:buFont typeface="Arial"/>
                        <a:buNone/>
                      </a:pPr>
                      <a:r>
                        <a:rPr lang="en-IN" sz="1300" u="none" cap="none" strike="noStrike"/>
                        <a:t>Constraints</a:t>
                      </a:r>
                      <a:endParaRPr sz="1100" u="none" cap="none" strike="noStrike">
                        <a:latin typeface="Times New Roman"/>
                        <a:ea typeface="Times New Roman"/>
                        <a:cs typeface="Times New Roman"/>
                        <a:sym typeface="Times New Roman"/>
                      </a:endParaRPr>
                    </a:p>
                  </a:txBody>
                  <a:tcPr marT="0" marB="0" marR="0" marL="0"/>
                </a:tc>
              </a:tr>
              <a:tr h="220350">
                <a:tc>
                  <a:txBody>
                    <a:bodyPr/>
                    <a:lstStyle/>
                    <a:p>
                      <a:pPr indent="0" lvl="0" marL="92710" marR="0" rtl="0" algn="l">
                        <a:lnSpc>
                          <a:spcPct val="111923"/>
                        </a:lnSpc>
                        <a:spcBef>
                          <a:spcPts val="0"/>
                        </a:spcBef>
                        <a:spcAft>
                          <a:spcPts val="0"/>
                        </a:spcAft>
                        <a:buClr>
                          <a:srgbClr val="000000"/>
                        </a:buClr>
                        <a:buSzPts val="1300"/>
                        <a:buFont typeface="Arial"/>
                        <a:buNone/>
                      </a:pPr>
                      <a:r>
                        <a:rPr lang="en-IN" sz="1300" u="none" cap="none" strike="noStrike"/>
                        <a:t>u_id</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383540" marR="635" rtl="0" algn="ctr">
                        <a:lnSpc>
                          <a:spcPct val="111923"/>
                        </a:lnSpc>
                        <a:spcBef>
                          <a:spcPts val="0"/>
                        </a:spcBef>
                        <a:spcAft>
                          <a:spcPts val="0"/>
                        </a:spcAft>
                        <a:buClr>
                          <a:srgbClr val="000000"/>
                        </a:buClr>
                        <a:buSzPts val="1300"/>
                        <a:buFont typeface="Arial"/>
                        <a:buNone/>
                      </a:pPr>
                      <a:r>
                        <a:rPr lang="en-IN" sz="1300" u="none" cap="none" strike="noStrike"/>
                        <a:t>Int</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502919" marR="0" rtl="0" algn="l">
                        <a:lnSpc>
                          <a:spcPct val="111923"/>
                        </a:lnSpc>
                        <a:spcBef>
                          <a:spcPts val="0"/>
                        </a:spcBef>
                        <a:spcAft>
                          <a:spcPts val="0"/>
                        </a:spcAft>
                        <a:buClr>
                          <a:srgbClr val="000000"/>
                        </a:buClr>
                        <a:buSzPts val="1300"/>
                        <a:buFont typeface="Arial"/>
                        <a:buNone/>
                      </a:pPr>
                      <a:r>
                        <a:rPr lang="en-IN" sz="1300" u="none" cap="none" strike="noStrike"/>
                        <a:t>5</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227330" marR="0" rtl="0" algn="l">
                        <a:lnSpc>
                          <a:spcPct val="111923"/>
                        </a:lnSpc>
                        <a:spcBef>
                          <a:spcPts val="0"/>
                        </a:spcBef>
                        <a:spcAft>
                          <a:spcPts val="0"/>
                        </a:spcAft>
                        <a:buClr>
                          <a:srgbClr val="000000"/>
                        </a:buClr>
                        <a:buSzPts val="1300"/>
                        <a:buFont typeface="Arial"/>
                        <a:buNone/>
                      </a:pPr>
                      <a:r>
                        <a:rPr lang="en-IN" sz="1300" u="none" cap="none" strike="noStrike"/>
                        <a:t>Not null</a:t>
                      </a:r>
                      <a:endParaRPr sz="1100" u="none" cap="none" strike="noStrike">
                        <a:latin typeface="Times New Roman"/>
                        <a:ea typeface="Times New Roman"/>
                        <a:cs typeface="Times New Roman"/>
                        <a:sym typeface="Times New Roman"/>
                      </a:endParaRPr>
                    </a:p>
                  </a:txBody>
                  <a:tcPr marT="0" marB="0" marR="0" marL="0"/>
                </a:tc>
              </a:tr>
              <a:tr h="217175">
                <a:tc>
                  <a:txBody>
                    <a:bodyPr/>
                    <a:lstStyle/>
                    <a:p>
                      <a:pPr indent="0" lvl="0" marL="76835" marR="0" rtl="0" algn="l">
                        <a:lnSpc>
                          <a:spcPct val="111153"/>
                        </a:lnSpc>
                        <a:spcBef>
                          <a:spcPts val="0"/>
                        </a:spcBef>
                        <a:spcAft>
                          <a:spcPts val="0"/>
                        </a:spcAft>
                        <a:buClr>
                          <a:srgbClr val="000000"/>
                        </a:buClr>
                        <a:buSzPts val="1300"/>
                        <a:buFont typeface="Arial"/>
                        <a:buNone/>
                      </a:pPr>
                      <a:r>
                        <a:rPr lang="en-IN" sz="1300" u="none" cap="none" strike="noStrike"/>
                        <a:t>Email</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383540" marR="1905" rtl="0" algn="ctr">
                        <a:lnSpc>
                          <a:spcPct val="111153"/>
                        </a:lnSpc>
                        <a:spcBef>
                          <a:spcPts val="0"/>
                        </a:spcBef>
                        <a:spcAft>
                          <a:spcPts val="0"/>
                        </a:spcAft>
                        <a:buClr>
                          <a:srgbClr val="000000"/>
                        </a:buClr>
                        <a:buSzPts val="1300"/>
                        <a:buFont typeface="Arial"/>
                        <a:buNone/>
                      </a:pPr>
                      <a:r>
                        <a:rPr lang="en-IN" sz="1300" u="none" cap="none" strike="noStrike"/>
                        <a:t>Varchar</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0" marR="232409" rtl="0" algn="r">
                        <a:lnSpc>
                          <a:spcPct val="111153"/>
                        </a:lnSpc>
                        <a:spcBef>
                          <a:spcPts val="0"/>
                        </a:spcBef>
                        <a:spcAft>
                          <a:spcPts val="0"/>
                        </a:spcAft>
                        <a:buClr>
                          <a:srgbClr val="000000"/>
                        </a:buClr>
                        <a:buSzPts val="1300"/>
                        <a:buFont typeface="Arial"/>
                        <a:buNone/>
                      </a:pPr>
                      <a:r>
                        <a:rPr lang="en-IN" sz="1300" u="none" cap="none" strike="noStrike"/>
                        <a:t>50</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210820" marR="0" rtl="0" algn="l">
                        <a:lnSpc>
                          <a:spcPct val="111153"/>
                        </a:lnSpc>
                        <a:spcBef>
                          <a:spcPts val="0"/>
                        </a:spcBef>
                        <a:spcAft>
                          <a:spcPts val="0"/>
                        </a:spcAft>
                        <a:buClr>
                          <a:srgbClr val="000000"/>
                        </a:buClr>
                        <a:buSzPts val="1300"/>
                        <a:buFont typeface="Arial"/>
                        <a:buNone/>
                      </a:pPr>
                      <a:r>
                        <a:rPr lang="en-IN" sz="1300" u="none" cap="none" strike="noStrike"/>
                        <a:t>Not null</a:t>
                      </a:r>
                      <a:endParaRPr sz="1100" u="none" cap="none" strike="noStrike">
                        <a:latin typeface="Times New Roman"/>
                        <a:ea typeface="Times New Roman"/>
                        <a:cs typeface="Times New Roman"/>
                        <a:sym typeface="Times New Roman"/>
                      </a:endParaRPr>
                    </a:p>
                  </a:txBody>
                  <a:tcPr marT="0" marB="0" marR="0" marL="0"/>
                </a:tc>
              </a:tr>
              <a:tr h="194300">
                <a:tc>
                  <a:txBody>
                    <a:bodyPr/>
                    <a:lstStyle/>
                    <a:p>
                      <a:pPr indent="0" lvl="0" marL="76835" marR="0" rtl="0" algn="l">
                        <a:lnSpc>
                          <a:spcPct val="110000"/>
                        </a:lnSpc>
                        <a:spcBef>
                          <a:spcPts val="0"/>
                        </a:spcBef>
                        <a:spcAft>
                          <a:spcPts val="0"/>
                        </a:spcAft>
                        <a:buClr>
                          <a:srgbClr val="000000"/>
                        </a:buClr>
                        <a:buSzPts val="1300"/>
                        <a:buFont typeface="Arial"/>
                        <a:buNone/>
                      </a:pPr>
                      <a:r>
                        <a:rPr lang="en-IN" sz="1300" u="none" cap="none" strike="noStrike"/>
                        <a:t>u_name</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383540" marR="1270" rtl="0" algn="ctr">
                        <a:lnSpc>
                          <a:spcPct val="110000"/>
                        </a:lnSpc>
                        <a:spcBef>
                          <a:spcPts val="0"/>
                        </a:spcBef>
                        <a:spcAft>
                          <a:spcPts val="0"/>
                        </a:spcAft>
                        <a:buClr>
                          <a:srgbClr val="000000"/>
                        </a:buClr>
                        <a:buSzPts val="1300"/>
                        <a:buFont typeface="Arial"/>
                        <a:buNone/>
                      </a:pPr>
                      <a:r>
                        <a:rPr lang="en-IN" sz="1300" u="none" cap="none" strike="noStrike"/>
                        <a:t>Varchar</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0" marR="231775" rtl="0" algn="r">
                        <a:lnSpc>
                          <a:spcPct val="110000"/>
                        </a:lnSpc>
                        <a:spcBef>
                          <a:spcPts val="0"/>
                        </a:spcBef>
                        <a:spcAft>
                          <a:spcPts val="0"/>
                        </a:spcAft>
                        <a:buClr>
                          <a:srgbClr val="000000"/>
                        </a:buClr>
                        <a:buSzPts val="1300"/>
                        <a:buFont typeface="Arial"/>
                        <a:buNone/>
                      </a:pPr>
                      <a:r>
                        <a:rPr lang="en-IN" sz="1300" u="none" cap="none" strike="noStrike"/>
                        <a:t>50</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211455" marR="0" rtl="0" algn="l">
                        <a:lnSpc>
                          <a:spcPct val="110000"/>
                        </a:lnSpc>
                        <a:spcBef>
                          <a:spcPts val="0"/>
                        </a:spcBef>
                        <a:spcAft>
                          <a:spcPts val="0"/>
                        </a:spcAft>
                        <a:buClr>
                          <a:srgbClr val="000000"/>
                        </a:buClr>
                        <a:buSzPts val="1300"/>
                        <a:buFont typeface="Arial"/>
                        <a:buNone/>
                      </a:pPr>
                      <a:r>
                        <a:rPr lang="en-IN" sz="1300" u="none" cap="none" strike="noStrike"/>
                        <a:t>Not null</a:t>
                      </a:r>
                      <a:endParaRPr sz="1100" u="none" cap="none" strike="noStrike">
                        <a:latin typeface="Times New Roman"/>
                        <a:ea typeface="Times New Roman"/>
                        <a:cs typeface="Times New Roman"/>
                        <a:sym typeface="Times New Roman"/>
                      </a:endParaRPr>
                    </a:p>
                  </a:txBody>
                  <a:tcPr marT="0" marB="0" marR="0" marL="0"/>
                </a:tc>
              </a:tr>
              <a:tr h="191125">
                <a:tc>
                  <a:txBody>
                    <a:bodyPr/>
                    <a:lstStyle/>
                    <a:p>
                      <a:pPr indent="0" lvl="0" marL="76835" marR="0" rtl="0" algn="l">
                        <a:lnSpc>
                          <a:spcPct val="108076"/>
                        </a:lnSpc>
                        <a:spcBef>
                          <a:spcPts val="0"/>
                        </a:spcBef>
                        <a:spcAft>
                          <a:spcPts val="0"/>
                        </a:spcAft>
                        <a:buClr>
                          <a:srgbClr val="000000"/>
                        </a:buClr>
                        <a:buSzPts val="1300"/>
                        <a:buFont typeface="Arial"/>
                        <a:buNone/>
                      </a:pPr>
                      <a:r>
                        <a:rPr lang="en-IN" sz="1300" u="none" cap="none" strike="noStrike"/>
                        <a:t>b_date</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383540" marR="1905" rtl="0" algn="ctr">
                        <a:lnSpc>
                          <a:spcPct val="108076"/>
                        </a:lnSpc>
                        <a:spcBef>
                          <a:spcPts val="0"/>
                        </a:spcBef>
                        <a:spcAft>
                          <a:spcPts val="0"/>
                        </a:spcAft>
                        <a:buClr>
                          <a:srgbClr val="000000"/>
                        </a:buClr>
                        <a:buSzPts val="1300"/>
                        <a:buFont typeface="Arial"/>
                        <a:buNone/>
                      </a:pPr>
                      <a:r>
                        <a:rPr lang="en-IN" sz="1300" u="none" cap="none" strike="noStrike"/>
                        <a:t>Date</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0" marR="231775" rtl="0" algn="r">
                        <a:lnSpc>
                          <a:spcPct val="108076"/>
                        </a:lnSpc>
                        <a:spcBef>
                          <a:spcPts val="0"/>
                        </a:spcBef>
                        <a:spcAft>
                          <a:spcPts val="0"/>
                        </a:spcAft>
                        <a:buClr>
                          <a:srgbClr val="000000"/>
                        </a:buClr>
                        <a:buSzPts val="1300"/>
                        <a:buFont typeface="Arial"/>
                        <a:buNone/>
                      </a:pPr>
                      <a:r>
                        <a:rPr lang="en-IN" sz="1300" u="none" cap="none" strike="noStrike"/>
                        <a:t>20</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211455" marR="0" rtl="0" algn="l">
                        <a:lnSpc>
                          <a:spcPct val="108076"/>
                        </a:lnSpc>
                        <a:spcBef>
                          <a:spcPts val="0"/>
                        </a:spcBef>
                        <a:spcAft>
                          <a:spcPts val="0"/>
                        </a:spcAft>
                        <a:buClr>
                          <a:srgbClr val="000000"/>
                        </a:buClr>
                        <a:buSzPts val="1300"/>
                        <a:buFont typeface="Arial"/>
                        <a:buNone/>
                      </a:pPr>
                      <a:r>
                        <a:rPr lang="en-IN" sz="1300" u="none" cap="none" strike="noStrike"/>
                        <a:t>Not null</a:t>
                      </a:r>
                      <a:endParaRPr sz="1100" u="none" cap="none" strike="noStrike">
                        <a:latin typeface="Times New Roman"/>
                        <a:ea typeface="Times New Roman"/>
                        <a:cs typeface="Times New Roman"/>
                        <a:sym typeface="Times New Roman"/>
                      </a:endParaRPr>
                    </a:p>
                  </a:txBody>
                  <a:tcPr marT="0" marB="0" marR="0" marL="0"/>
                </a:tc>
              </a:tr>
              <a:tr h="193050">
                <a:tc>
                  <a:txBody>
                    <a:bodyPr/>
                    <a:lstStyle/>
                    <a:p>
                      <a:pPr indent="0" lvl="0" marL="76835" marR="0" rtl="0" algn="l">
                        <a:lnSpc>
                          <a:spcPct val="109230"/>
                        </a:lnSpc>
                        <a:spcBef>
                          <a:spcPts val="0"/>
                        </a:spcBef>
                        <a:spcAft>
                          <a:spcPts val="0"/>
                        </a:spcAft>
                        <a:buClr>
                          <a:srgbClr val="000000"/>
                        </a:buClr>
                        <a:buSzPts val="1300"/>
                        <a:buFont typeface="Arial"/>
                        <a:buNone/>
                      </a:pPr>
                      <a:r>
                        <a:rPr lang="en-IN" sz="1300" u="none" cap="none" strike="noStrike"/>
                        <a:t>u_age</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383540" marR="1270" rtl="0" algn="ctr">
                        <a:lnSpc>
                          <a:spcPct val="109230"/>
                        </a:lnSpc>
                        <a:spcBef>
                          <a:spcPts val="0"/>
                        </a:spcBef>
                        <a:spcAft>
                          <a:spcPts val="0"/>
                        </a:spcAft>
                        <a:buClr>
                          <a:srgbClr val="000000"/>
                        </a:buClr>
                        <a:buSzPts val="1300"/>
                        <a:buFont typeface="Arial"/>
                        <a:buNone/>
                      </a:pPr>
                      <a:r>
                        <a:rPr lang="en-IN" sz="1300" u="none" cap="none" strike="noStrike"/>
                        <a:t>Int</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0" marR="231775" rtl="0" algn="r">
                        <a:lnSpc>
                          <a:spcPct val="109230"/>
                        </a:lnSpc>
                        <a:spcBef>
                          <a:spcPts val="0"/>
                        </a:spcBef>
                        <a:spcAft>
                          <a:spcPts val="0"/>
                        </a:spcAft>
                        <a:buClr>
                          <a:srgbClr val="000000"/>
                        </a:buClr>
                        <a:buSzPts val="1300"/>
                        <a:buFont typeface="Arial"/>
                        <a:buNone/>
                      </a:pPr>
                      <a:r>
                        <a:rPr lang="en-IN" sz="1300" u="none" cap="none" strike="noStrike"/>
                        <a:t>20</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211455" marR="0" rtl="0" algn="l">
                        <a:lnSpc>
                          <a:spcPct val="109230"/>
                        </a:lnSpc>
                        <a:spcBef>
                          <a:spcPts val="0"/>
                        </a:spcBef>
                        <a:spcAft>
                          <a:spcPts val="0"/>
                        </a:spcAft>
                        <a:buClr>
                          <a:srgbClr val="000000"/>
                        </a:buClr>
                        <a:buSzPts val="1300"/>
                        <a:buFont typeface="Arial"/>
                        <a:buNone/>
                      </a:pPr>
                      <a:r>
                        <a:rPr lang="en-IN" sz="1300" u="none" cap="none" strike="noStrike"/>
                        <a:t>Not null</a:t>
                      </a:r>
                      <a:endParaRPr sz="1100" u="none" cap="none" strike="noStrike">
                        <a:latin typeface="Times New Roman"/>
                        <a:ea typeface="Times New Roman"/>
                        <a:cs typeface="Times New Roman"/>
                        <a:sym typeface="Times New Roman"/>
                      </a:endParaRPr>
                    </a:p>
                  </a:txBody>
                  <a:tcPr marT="0" marB="0" marR="0" marL="0"/>
                </a:tc>
              </a:tr>
              <a:tr h="193050">
                <a:tc>
                  <a:txBody>
                    <a:bodyPr/>
                    <a:lstStyle/>
                    <a:p>
                      <a:pPr indent="0" lvl="0" marL="76835" marR="0" rtl="0" algn="l">
                        <a:lnSpc>
                          <a:spcPct val="109230"/>
                        </a:lnSpc>
                        <a:spcBef>
                          <a:spcPts val="0"/>
                        </a:spcBef>
                        <a:spcAft>
                          <a:spcPts val="0"/>
                        </a:spcAft>
                        <a:buClr>
                          <a:srgbClr val="000000"/>
                        </a:buClr>
                        <a:buSzPts val="1300"/>
                        <a:buFont typeface="Arial"/>
                        <a:buNone/>
                      </a:pPr>
                      <a:r>
                        <a:rPr lang="en-IN" sz="1300" u="none" cap="none" strike="noStrike"/>
                        <a:t>p_no</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383540" marR="1270" rtl="0" algn="ctr">
                        <a:lnSpc>
                          <a:spcPct val="109230"/>
                        </a:lnSpc>
                        <a:spcBef>
                          <a:spcPts val="0"/>
                        </a:spcBef>
                        <a:spcAft>
                          <a:spcPts val="0"/>
                        </a:spcAft>
                        <a:buClr>
                          <a:srgbClr val="000000"/>
                        </a:buClr>
                        <a:buSzPts val="1300"/>
                        <a:buFont typeface="Arial"/>
                        <a:buNone/>
                      </a:pPr>
                      <a:r>
                        <a:rPr lang="en-IN" sz="1300" u="none" cap="none" strike="noStrike"/>
                        <a:t>Int</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0" marR="231775" rtl="0" algn="r">
                        <a:lnSpc>
                          <a:spcPct val="109230"/>
                        </a:lnSpc>
                        <a:spcBef>
                          <a:spcPts val="0"/>
                        </a:spcBef>
                        <a:spcAft>
                          <a:spcPts val="0"/>
                        </a:spcAft>
                        <a:buClr>
                          <a:srgbClr val="000000"/>
                        </a:buClr>
                        <a:buSzPts val="1300"/>
                        <a:buFont typeface="Arial"/>
                        <a:buNone/>
                      </a:pPr>
                      <a:r>
                        <a:rPr lang="en-IN" sz="1300" u="none" cap="none" strike="noStrike"/>
                        <a:t>10</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211455" marR="0" rtl="0" algn="l">
                        <a:lnSpc>
                          <a:spcPct val="109230"/>
                        </a:lnSpc>
                        <a:spcBef>
                          <a:spcPts val="0"/>
                        </a:spcBef>
                        <a:spcAft>
                          <a:spcPts val="0"/>
                        </a:spcAft>
                        <a:buClr>
                          <a:srgbClr val="000000"/>
                        </a:buClr>
                        <a:buSzPts val="1300"/>
                        <a:buFont typeface="Arial"/>
                        <a:buNone/>
                      </a:pPr>
                      <a:r>
                        <a:rPr lang="en-IN" sz="1300" u="none" cap="none" strike="noStrike"/>
                        <a:t>Not null</a:t>
                      </a:r>
                      <a:endParaRPr sz="1100" u="none" cap="none" strike="noStrike">
                        <a:latin typeface="Times New Roman"/>
                        <a:ea typeface="Times New Roman"/>
                        <a:cs typeface="Times New Roman"/>
                        <a:sym typeface="Times New Roman"/>
                      </a:endParaRPr>
                    </a:p>
                  </a:txBody>
                  <a:tcPr marT="0" marB="0" marR="0" marL="0"/>
                </a:tc>
              </a:tr>
              <a:tr h="194300">
                <a:tc>
                  <a:txBody>
                    <a:bodyPr/>
                    <a:lstStyle/>
                    <a:p>
                      <a:pPr indent="0" lvl="0" marL="76835" marR="0" rtl="0" algn="l">
                        <a:lnSpc>
                          <a:spcPct val="110000"/>
                        </a:lnSpc>
                        <a:spcBef>
                          <a:spcPts val="0"/>
                        </a:spcBef>
                        <a:spcAft>
                          <a:spcPts val="0"/>
                        </a:spcAft>
                        <a:buClr>
                          <a:srgbClr val="000000"/>
                        </a:buClr>
                        <a:buSzPts val="1300"/>
                        <a:buFont typeface="Arial"/>
                        <a:buNone/>
                      </a:pPr>
                      <a:r>
                        <a:rPr lang="en-IN" sz="1300" u="none" cap="none" strike="noStrike"/>
                        <a:t>Password</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383540" marR="1270" rtl="0" algn="ctr">
                        <a:lnSpc>
                          <a:spcPct val="110000"/>
                        </a:lnSpc>
                        <a:spcBef>
                          <a:spcPts val="0"/>
                        </a:spcBef>
                        <a:spcAft>
                          <a:spcPts val="0"/>
                        </a:spcAft>
                        <a:buClr>
                          <a:srgbClr val="000000"/>
                        </a:buClr>
                        <a:buSzPts val="1300"/>
                        <a:buFont typeface="Arial"/>
                        <a:buNone/>
                      </a:pPr>
                      <a:r>
                        <a:rPr lang="en-IN" sz="1300" u="none" cap="none" strike="noStrike"/>
                        <a:t>Varchar</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0" marR="231775" rtl="0" algn="r">
                        <a:lnSpc>
                          <a:spcPct val="110000"/>
                        </a:lnSpc>
                        <a:spcBef>
                          <a:spcPts val="0"/>
                        </a:spcBef>
                        <a:spcAft>
                          <a:spcPts val="0"/>
                        </a:spcAft>
                        <a:buClr>
                          <a:srgbClr val="000000"/>
                        </a:buClr>
                        <a:buSzPts val="1300"/>
                        <a:buFont typeface="Arial"/>
                        <a:buNone/>
                      </a:pPr>
                      <a:r>
                        <a:rPr lang="en-IN" sz="1300" u="none" cap="none" strike="noStrike"/>
                        <a:t>20</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211455" marR="0" rtl="0" algn="l">
                        <a:lnSpc>
                          <a:spcPct val="110000"/>
                        </a:lnSpc>
                        <a:spcBef>
                          <a:spcPts val="0"/>
                        </a:spcBef>
                        <a:spcAft>
                          <a:spcPts val="0"/>
                        </a:spcAft>
                        <a:buClr>
                          <a:srgbClr val="000000"/>
                        </a:buClr>
                        <a:buSzPts val="1300"/>
                        <a:buFont typeface="Arial"/>
                        <a:buNone/>
                      </a:pPr>
                      <a:r>
                        <a:rPr lang="en-IN" sz="1300" u="none" cap="none" strike="noStrike"/>
                        <a:t>Not null</a:t>
                      </a:r>
                      <a:endParaRPr sz="1100" u="none" cap="none" strike="noStrike">
                        <a:latin typeface="Times New Roman"/>
                        <a:ea typeface="Times New Roman"/>
                        <a:cs typeface="Times New Roman"/>
                        <a:sym typeface="Times New Roman"/>
                      </a:endParaRPr>
                    </a:p>
                  </a:txBody>
                  <a:tcPr marT="0" marB="0" marR="0" marL="0"/>
                </a:tc>
              </a:tr>
              <a:tr h="194300">
                <a:tc>
                  <a:txBody>
                    <a:bodyPr/>
                    <a:lstStyle/>
                    <a:p>
                      <a:pPr indent="0" lvl="0" marL="76835" marR="0" rtl="0" algn="l">
                        <a:lnSpc>
                          <a:spcPct val="109230"/>
                        </a:lnSpc>
                        <a:spcBef>
                          <a:spcPts val="0"/>
                        </a:spcBef>
                        <a:spcAft>
                          <a:spcPts val="0"/>
                        </a:spcAft>
                        <a:buClr>
                          <a:srgbClr val="000000"/>
                        </a:buClr>
                        <a:buSzPts val="1300"/>
                        <a:buFont typeface="Arial"/>
                        <a:buNone/>
                      </a:pPr>
                      <a:r>
                        <a:rPr lang="en-IN" sz="1300" u="none" cap="none" strike="noStrike"/>
                        <a:t>Profile</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383540" marR="1270" rtl="0" algn="ctr">
                        <a:lnSpc>
                          <a:spcPct val="109230"/>
                        </a:lnSpc>
                        <a:spcBef>
                          <a:spcPts val="0"/>
                        </a:spcBef>
                        <a:spcAft>
                          <a:spcPts val="0"/>
                        </a:spcAft>
                        <a:buClr>
                          <a:srgbClr val="000000"/>
                        </a:buClr>
                        <a:buSzPts val="1300"/>
                        <a:buFont typeface="Arial"/>
                        <a:buNone/>
                      </a:pPr>
                      <a:r>
                        <a:rPr lang="en-IN" sz="1300" u="none" cap="none" strike="noStrike"/>
                        <a:t>Varchar</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0" marR="231775" rtl="0" algn="r">
                        <a:lnSpc>
                          <a:spcPct val="109230"/>
                        </a:lnSpc>
                        <a:spcBef>
                          <a:spcPts val="0"/>
                        </a:spcBef>
                        <a:spcAft>
                          <a:spcPts val="0"/>
                        </a:spcAft>
                        <a:buClr>
                          <a:srgbClr val="000000"/>
                        </a:buClr>
                        <a:buSzPts val="1300"/>
                        <a:buFont typeface="Arial"/>
                        <a:buNone/>
                      </a:pPr>
                      <a:r>
                        <a:rPr lang="en-IN" sz="1300" u="none" cap="none" strike="noStrike"/>
                        <a:t>30</a:t>
                      </a:r>
                      <a:endParaRPr sz="1100" u="none" cap="none" strike="noStrike">
                        <a:latin typeface="Times New Roman"/>
                        <a:ea typeface="Times New Roman"/>
                        <a:cs typeface="Times New Roman"/>
                        <a:sym typeface="Times New Roman"/>
                      </a:endParaRPr>
                    </a:p>
                  </a:txBody>
                  <a:tcPr marT="0" marB="0" marR="0" marL="0"/>
                </a:tc>
                <a:tc>
                  <a:txBody>
                    <a:bodyPr/>
                    <a:lstStyle/>
                    <a:p>
                      <a:pPr indent="0" lvl="0" marL="211455" marR="0" rtl="0" algn="l">
                        <a:lnSpc>
                          <a:spcPct val="109230"/>
                        </a:lnSpc>
                        <a:spcBef>
                          <a:spcPts val="0"/>
                        </a:spcBef>
                        <a:spcAft>
                          <a:spcPts val="0"/>
                        </a:spcAft>
                        <a:buClr>
                          <a:srgbClr val="000000"/>
                        </a:buClr>
                        <a:buSzPts val="1300"/>
                        <a:buFont typeface="Arial"/>
                        <a:buNone/>
                      </a:pPr>
                      <a:r>
                        <a:rPr lang="en-IN" sz="1300" u="none" cap="none" strike="noStrike"/>
                        <a:t>Not null</a:t>
                      </a:r>
                      <a:endParaRPr sz="1100" u="none" cap="none" strike="noStrike">
                        <a:latin typeface="Times New Roman"/>
                        <a:ea typeface="Times New Roman"/>
                        <a:cs typeface="Times New Roman"/>
                        <a:sym typeface="Times New Roman"/>
                      </a:endParaRPr>
                    </a:p>
                  </a:txBody>
                  <a:tcPr marT="0" marB="0" marR="0" marL="0"/>
                </a:tc>
              </a:tr>
            </a:tbl>
          </a:graphicData>
        </a:graphic>
      </p:graphicFrame>
      <p:pic>
        <p:nvPicPr>
          <p:cNvPr id="356" name="Google Shape;356;p5"/>
          <p:cNvPicPr preferRelativeResize="0"/>
          <p:nvPr/>
        </p:nvPicPr>
        <p:blipFill rotWithShape="1">
          <a:blip r:embed="rId3">
            <a:alphaModFix/>
          </a:blip>
          <a:srcRect b="0" l="0" r="0" t="0"/>
          <a:stretch/>
        </p:blipFill>
        <p:spPr>
          <a:xfrm>
            <a:off x="10115550" y="66675"/>
            <a:ext cx="1990726" cy="55811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60" name="Shape 360"/>
        <p:cNvGrpSpPr/>
        <p:nvPr/>
      </p:nvGrpSpPr>
      <p:grpSpPr>
        <a:xfrm>
          <a:off x="0" y="0"/>
          <a:ext cx="0" cy="0"/>
          <a:chOff x="0" y="0"/>
          <a:chExt cx="0" cy="0"/>
        </a:xfrm>
      </p:grpSpPr>
      <p:sp>
        <p:nvSpPr>
          <p:cNvPr id="361" name="Google Shape;361;g3346804e54d_0_607"/>
          <p:cNvSpPr txBox="1"/>
          <p:nvPr>
            <p:ph type="title"/>
          </p:nvPr>
        </p:nvSpPr>
        <p:spPr>
          <a:xfrm>
            <a:off x="609600" y="3200402"/>
            <a:ext cx="10972800" cy="457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2000"/>
              <a:buFont typeface="Times New Roman"/>
              <a:buNone/>
            </a:pPr>
            <a:r>
              <a:rPr b="1" lang="en-IN" sz="2000" u="sng">
                <a:latin typeface="Times New Roman"/>
                <a:ea typeface="Times New Roman"/>
                <a:cs typeface="Times New Roman"/>
                <a:sym typeface="Times New Roman"/>
              </a:rPr>
              <a:t>10. SCREENSHOT</a:t>
            </a:r>
            <a:endParaRPr/>
          </a:p>
        </p:txBody>
      </p:sp>
      <p:sp>
        <p:nvSpPr>
          <p:cNvPr id="362" name="Google Shape;362;g3346804e54d_0_607"/>
          <p:cNvSpPr/>
          <p:nvPr>
            <p:ph idx="12" type="sldNum"/>
          </p:nvPr>
        </p:nvSpPr>
        <p:spPr>
          <a:xfrm>
            <a:off x="10799622" y="6492295"/>
            <a:ext cx="365700" cy="365700"/>
          </a:xfrm>
          <a:prstGeom prst="ellipse">
            <a:avLst/>
          </a:prstGeom>
          <a:solidFill>
            <a:srgbClr val="1D1D1D">
              <a:alpha val="69020"/>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pic>
        <p:nvPicPr>
          <p:cNvPr id="363" name="Google Shape;363;g3346804e54d_0_607"/>
          <p:cNvPicPr preferRelativeResize="0"/>
          <p:nvPr/>
        </p:nvPicPr>
        <p:blipFill rotWithShape="1">
          <a:blip r:embed="rId3">
            <a:alphaModFix/>
          </a:blip>
          <a:srcRect b="0" l="0" r="0" t="0"/>
          <a:stretch/>
        </p:blipFill>
        <p:spPr>
          <a:xfrm>
            <a:off x="10115550" y="66675"/>
            <a:ext cx="1990726" cy="55811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67" name="Shape 367"/>
        <p:cNvGrpSpPr/>
        <p:nvPr/>
      </p:nvGrpSpPr>
      <p:grpSpPr>
        <a:xfrm>
          <a:off x="0" y="0"/>
          <a:ext cx="0" cy="0"/>
          <a:chOff x="0" y="0"/>
          <a:chExt cx="0" cy="0"/>
        </a:xfrm>
      </p:grpSpPr>
      <p:sp>
        <p:nvSpPr>
          <p:cNvPr id="368" name="Google Shape;368;g3346804e54d_0_1244"/>
          <p:cNvSpPr/>
          <p:nvPr/>
        </p:nvSpPr>
        <p:spPr>
          <a:xfrm>
            <a:off x="609600" y="385888"/>
            <a:ext cx="10972800" cy="369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Times New Roman"/>
                <a:ea typeface="Times New Roman"/>
                <a:cs typeface="Times New Roman"/>
                <a:sym typeface="Times New Roman"/>
              </a:rPr>
              <a:t>Login page</a:t>
            </a:r>
            <a:endParaRPr b="0" i="0" sz="1400" u="none" cap="none" strike="noStrike">
              <a:solidFill>
                <a:srgbClr val="000000"/>
              </a:solidFill>
              <a:latin typeface="Arial"/>
              <a:ea typeface="Arial"/>
              <a:cs typeface="Arial"/>
              <a:sym typeface="Arial"/>
            </a:endParaRPr>
          </a:p>
        </p:txBody>
      </p:sp>
      <p:sp>
        <p:nvSpPr>
          <p:cNvPr id="369" name="Google Shape;369;g3346804e54d_0_1244"/>
          <p:cNvSpPr/>
          <p:nvPr>
            <p:ph idx="12" type="sldNum"/>
          </p:nvPr>
        </p:nvSpPr>
        <p:spPr>
          <a:xfrm>
            <a:off x="10799622" y="6492295"/>
            <a:ext cx="365700" cy="365700"/>
          </a:xfrm>
          <a:prstGeom prst="ellipse">
            <a:avLst/>
          </a:prstGeom>
          <a:solidFill>
            <a:srgbClr val="1D1D1D">
              <a:alpha val="69020"/>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pic>
        <p:nvPicPr>
          <p:cNvPr id="370" name="Google Shape;370;g3346804e54d_0_1244"/>
          <p:cNvPicPr preferRelativeResize="0"/>
          <p:nvPr/>
        </p:nvPicPr>
        <p:blipFill rotWithShape="1">
          <a:blip r:embed="rId3">
            <a:alphaModFix/>
          </a:blip>
          <a:srcRect b="0" l="0" r="0" t="0"/>
          <a:stretch/>
        </p:blipFill>
        <p:spPr>
          <a:xfrm>
            <a:off x="1910686" y="859809"/>
            <a:ext cx="8679975" cy="4115497"/>
          </a:xfrm>
          <a:prstGeom prst="rect">
            <a:avLst/>
          </a:prstGeom>
          <a:noFill/>
          <a:ln>
            <a:noFill/>
          </a:ln>
        </p:spPr>
      </p:pic>
      <p:sp>
        <p:nvSpPr>
          <p:cNvPr id="371" name="Google Shape;371;g3346804e54d_0_1244"/>
          <p:cNvSpPr/>
          <p:nvPr/>
        </p:nvSpPr>
        <p:spPr>
          <a:xfrm>
            <a:off x="2515737" y="5079927"/>
            <a:ext cx="6096000" cy="1076705"/>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1400"/>
              <a:buFont typeface="Quattrocento Sans"/>
              <a:buChar char="➢"/>
            </a:pPr>
            <a:r>
              <a:rPr b="0" i="0" lang="en-IN" sz="1400" u="none" cap="none" strike="noStrike">
                <a:solidFill>
                  <a:srgbClr val="000000"/>
                </a:solidFill>
                <a:latin typeface="Calibri"/>
                <a:ea typeface="Calibri"/>
                <a:cs typeface="Calibri"/>
                <a:sym typeface="Calibri"/>
              </a:rPr>
              <a:t>This is login page of admin</a:t>
            </a:r>
            <a:endParaRPr b="0" i="0" sz="1400" u="none" cap="none" strike="noStrike">
              <a:solidFill>
                <a:srgbClr val="000000"/>
              </a:solidFill>
              <a:latin typeface="Calibri"/>
              <a:ea typeface="Calibri"/>
              <a:cs typeface="Calibri"/>
              <a:sym typeface="Calibri"/>
            </a:endParaRPr>
          </a:p>
          <a:p>
            <a:pPr indent="-342900" lvl="0" marL="342900" marR="974089" rtl="0" algn="l">
              <a:lnSpc>
                <a:spcPct val="115000"/>
              </a:lnSpc>
              <a:spcBef>
                <a:spcPts val="160"/>
              </a:spcBef>
              <a:spcAft>
                <a:spcPts val="0"/>
              </a:spcAft>
              <a:buClr>
                <a:srgbClr val="000000"/>
              </a:buClr>
              <a:buSzPts val="1400"/>
              <a:buFont typeface="Quattrocento Sans"/>
              <a:buChar char="➢"/>
            </a:pPr>
            <a:r>
              <a:rPr b="0" i="0" lang="en-IN" sz="1400" u="none" cap="none" strike="noStrike">
                <a:solidFill>
                  <a:srgbClr val="000000"/>
                </a:solidFill>
                <a:latin typeface="Calibri"/>
                <a:ea typeface="Calibri"/>
                <a:cs typeface="Calibri"/>
                <a:sym typeface="Calibri"/>
              </a:rPr>
              <a:t>in this page admin can login and open admin page. If username and password are invalid He\she can see message username and password are invalid”.</a:t>
            </a:r>
            <a:endParaRPr b="0" i="0" sz="1400" u="none" cap="none" strike="noStrike">
              <a:solidFill>
                <a:srgbClr val="000000"/>
              </a:solidFill>
              <a:latin typeface="Arial"/>
              <a:ea typeface="Arial"/>
              <a:cs typeface="Arial"/>
              <a:sym typeface="Arial"/>
            </a:endParaRPr>
          </a:p>
        </p:txBody>
      </p:sp>
      <p:pic>
        <p:nvPicPr>
          <p:cNvPr id="372" name="Google Shape;372;g3346804e54d_0_1244"/>
          <p:cNvPicPr preferRelativeResize="0"/>
          <p:nvPr/>
        </p:nvPicPr>
        <p:blipFill rotWithShape="1">
          <a:blip r:embed="rId4">
            <a:alphaModFix/>
          </a:blip>
          <a:srcRect b="0" l="0" r="0" t="0"/>
          <a:stretch/>
        </p:blipFill>
        <p:spPr>
          <a:xfrm>
            <a:off x="10115550" y="66675"/>
            <a:ext cx="1990726" cy="55811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76" name="Shape 376"/>
        <p:cNvGrpSpPr/>
        <p:nvPr/>
      </p:nvGrpSpPr>
      <p:grpSpPr>
        <a:xfrm>
          <a:off x="0" y="0"/>
          <a:ext cx="0" cy="0"/>
          <a:chOff x="0" y="0"/>
          <a:chExt cx="0" cy="0"/>
        </a:xfrm>
      </p:grpSpPr>
      <p:sp>
        <p:nvSpPr>
          <p:cNvPr id="377" name="Google Shape;377;g3346804e54d_0_1408"/>
          <p:cNvSpPr/>
          <p:nvPr/>
        </p:nvSpPr>
        <p:spPr>
          <a:xfrm>
            <a:off x="609600" y="385888"/>
            <a:ext cx="10972800" cy="369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IN" sz="1600" u="sng" cap="none" strike="noStrike">
                <a:solidFill>
                  <a:srgbClr val="000000"/>
                </a:solidFill>
                <a:latin typeface="Times New Roman"/>
                <a:ea typeface="Times New Roman"/>
                <a:cs typeface="Times New Roman"/>
                <a:sym typeface="Times New Roman"/>
              </a:rPr>
              <a:t>Admin</a:t>
            </a:r>
            <a:r>
              <a:rPr b="1" i="0" lang="en-IN" sz="1400" u="sng" cap="none" strike="noStrike">
                <a:solidFill>
                  <a:srgbClr val="000000"/>
                </a:solidFill>
                <a:latin typeface="Arial"/>
                <a:ea typeface="Arial"/>
                <a:cs typeface="Arial"/>
                <a:sym typeface="Arial"/>
              </a:rPr>
              <a:t> Home:</a:t>
            </a:r>
            <a:endParaRPr b="0" i="0" sz="1400" u="none" cap="none" strike="noStrike">
              <a:solidFill>
                <a:srgbClr val="000000"/>
              </a:solidFill>
              <a:latin typeface="Arial"/>
              <a:ea typeface="Arial"/>
              <a:cs typeface="Arial"/>
              <a:sym typeface="Arial"/>
            </a:endParaRPr>
          </a:p>
        </p:txBody>
      </p:sp>
      <p:sp>
        <p:nvSpPr>
          <p:cNvPr id="378" name="Google Shape;378;g3346804e54d_0_1408"/>
          <p:cNvSpPr/>
          <p:nvPr>
            <p:ph idx="12" type="sldNum"/>
          </p:nvPr>
        </p:nvSpPr>
        <p:spPr>
          <a:xfrm>
            <a:off x="10799622" y="6492295"/>
            <a:ext cx="365700" cy="365700"/>
          </a:xfrm>
          <a:prstGeom prst="ellipse">
            <a:avLst/>
          </a:prstGeom>
          <a:solidFill>
            <a:srgbClr val="1D1D1D">
              <a:alpha val="69020"/>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sp>
        <p:nvSpPr>
          <p:cNvPr id="379" name="Google Shape;379;g3346804e54d_0_1408"/>
          <p:cNvSpPr/>
          <p:nvPr/>
        </p:nvSpPr>
        <p:spPr>
          <a:xfrm>
            <a:off x="2597624" y="5400586"/>
            <a:ext cx="6096000" cy="451406"/>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2500"/>
              </a:lnSpc>
              <a:spcBef>
                <a:spcPts val="0"/>
              </a:spcBef>
              <a:spcAft>
                <a:spcPts val="0"/>
              </a:spcAft>
              <a:buClr>
                <a:srgbClr val="000000"/>
              </a:buClr>
              <a:buSzPts val="1400"/>
              <a:buFont typeface="Quattrocento Sans"/>
              <a:buChar char="➢"/>
            </a:pPr>
            <a:r>
              <a:rPr b="0" i="0" lang="en-IN" sz="1400" u="none" cap="none" strike="noStrike">
                <a:solidFill>
                  <a:srgbClr val="000000"/>
                </a:solidFill>
                <a:latin typeface="Calibri"/>
                <a:ea typeface="Calibri"/>
                <a:cs typeface="Calibri"/>
                <a:sym typeface="Calibri"/>
              </a:rPr>
              <a:t>This is Admin Home Page.</a:t>
            </a:r>
            <a:endParaRPr b="0" i="0" sz="1400" u="none" cap="none" strike="noStrike">
              <a:solidFill>
                <a:srgbClr val="000000"/>
              </a:solidFill>
              <a:latin typeface="Calibri"/>
              <a:ea typeface="Calibri"/>
              <a:cs typeface="Calibri"/>
              <a:sym typeface="Calibri"/>
            </a:endParaRPr>
          </a:p>
          <a:p>
            <a:pPr indent="-342900" lvl="0" marL="342900" marR="0" rtl="0" algn="l">
              <a:lnSpc>
                <a:spcPct val="102500"/>
              </a:lnSpc>
              <a:spcBef>
                <a:spcPts val="0"/>
              </a:spcBef>
              <a:spcAft>
                <a:spcPts val="0"/>
              </a:spcAft>
              <a:buClr>
                <a:srgbClr val="000000"/>
              </a:buClr>
              <a:buSzPts val="1400"/>
              <a:buFont typeface="Quattrocento Sans"/>
              <a:buChar char="➢"/>
            </a:pPr>
            <a:r>
              <a:rPr b="0" i="0" lang="en-IN" sz="1400" u="none" cap="none" strike="noStrike">
                <a:solidFill>
                  <a:srgbClr val="000000"/>
                </a:solidFill>
                <a:latin typeface="Calibri"/>
                <a:ea typeface="Calibri"/>
                <a:cs typeface="Calibri"/>
                <a:sym typeface="Calibri"/>
              </a:rPr>
              <a:t>Here the welcome message appears after admin login</a:t>
            </a:r>
            <a:endParaRPr b="0" i="0" sz="1400" u="none" cap="none" strike="noStrike">
              <a:solidFill>
                <a:srgbClr val="000000"/>
              </a:solidFill>
              <a:latin typeface="Calibri"/>
              <a:ea typeface="Calibri"/>
              <a:cs typeface="Calibri"/>
              <a:sym typeface="Calibri"/>
            </a:endParaRPr>
          </a:p>
        </p:txBody>
      </p:sp>
      <p:pic>
        <p:nvPicPr>
          <p:cNvPr id="380" name="Google Shape;380;g3346804e54d_0_1408"/>
          <p:cNvPicPr preferRelativeResize="0"/>
          <p:nvPr/>
        </p:nvPicPr>
        <p:blipFill rotWithShape="1">
          <a:blip r:embed="rId3">
            <a:alphaModFix/>
          </a:blip>
          <a:srcRect b="0" l="0" r="0" t="0"/>
          <a:stretch/>
        </p:blipFill>
        <p:spPr>
          <a:xfrm>
            <a:off x="1364777" y="1093741"/>
            <a:ext cx="9007522" cy="3805805"/>
          </a:xfrm>
          <a:prstGeom prst="rect">
            <a:avLst/>
          </a:prstGeom>
          <a:noFill/>
          <a:ln>
            <a:noFill/>
          </a:ln>
        </p:spPr>
      </p:pic>
      <p:pic>
        <p:nvPicPr>
          <p:cNvPr id="381" name="Google Shape;381;g3346804e54d_0_1408"/>
          <p:cNvPicPr preferRelativeResize="0"/>
          <p:nvPr/>
        </p:nvPicPr>
        <p:blipFill rotWithShape="1">
          <a:blip r:embed="rId4">
            <a:alphaModFix/>
          </a:blip>
          <a:srcRect b="0" l="0" r="0" t="0"/>
          <a:stretch/>
        </p:blipFill>
        <p:spPr>
          <a:xfrm>
            <a:off x="10115550" y="66675"/>
            <a:ext cx="1990726" cy="55811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85" name="Shape 385"/>
        <p:cNvGrpSpPr/>
        <p:nvPr/>
      </p:nvGrpSpPr>
      <p:grpSpPr>
        <a:xfrm>
          <a:off x="0" y="0"/>
          <a:ext cx="0" cy="0"/>
          <a:chOff x="0" y="0"/>
          <a:chExt cx="0" cy="0"/>
        </a:xfrm>
      </p:grpSpPr>
      <p:sp>
        <p:nvSpPr>
          <p:cNvPr id="386" name="Google Shape;386;g3346804e54d_0_1490"/>
          <p:cNvSpPr/>
          <p:nvPr/>
        </p:nvSpPr>
        <p:spPr>
          <a:xfrm>
            <a:off x="609600" y="385888"/>
            <a:ext cx="10972800" cy="369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sng" cap="none" strike="noStrike">
                <a:solidFill>
                  <a:srgbClr val="000000"/>
                </a:solidFill>
                <a:latin typeface="Times New Roman"/>
                <a:ea typeface="Times New Roman"/>
                <a:cs typeface="Times New Roman"/>
                <a:sym typeface="Times New Roman"/>
              </a:rPr>
              <a:t>Admin</a:t>
            </a:r>
            <a:r>
              <a:rPr b="1" i="0" lang="en-IN" sz="1400" u="sng" cap="none" strike="noStrike">
                <a:solidFill>
                  <a:srgbClr val="000000"/>
                </a:solidFill>
                <a:latin typeface="Arial"/>
                <a:ea typeface="Arial"/>
                <a:cs typeface="Arial"/>
                <a:sym typeface="Arial"/>
              </a:rPr>
              <a:t> Employee:</a:t>
            </a:r>
            <a:endParaRPr b="0" i="0" sz="1400" u="none" cap="none" strike="noStrike">
              <a:solidFill>
                <a:srgbClr val="000000"/>
              </a:solidFill>
              <a:latin typeface="Arial"/>
              <a:ea typeface="Arial"/>
              <a:cs typeface="Arial"/>
              <a:sym typeface="Arial"/>
            </a:endParaRPr>
          </a:p>
        </p:txBody>
      </p:sp>
      <p:sp>
        <p:nvSpPr>
          <p:cNvPr id="387" name="Google Shape;387;g3346804e54d_0_1490"/>
          <p:cNvSpPr/>
          <p:nvPr>
            <p:ph idx="12" type="sldNum"/>
          </p:nvPr>
        </p:nvSpPr>
        <p:spPr>
          <a:xfrm>
            <a:off x="10799622" y="6492295"/>
            <a:ext cx="365700" cy="365700"/>
          </a:xfrm>
          <a:prstGeom prst="ellipse">
            <a:avLst/>
          </a:prstGeom>
          <a:solidFill>
            <a:srgbClr val="1D1D1D">
              <a:alpha val="69020"/>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pic>
        <p:nvPicPr>
          <p:cNvPr id="388" name="Google Shape;388;g3346804e54d_0_1490"/>
          <p:cNvPicPr preferRelativeResize="0"/>
          <p:nvPr/>
        </p:nvPicPr>
        <p:blipFill rotWithShape="1">
          <a:blip r:embed="rId3">
            <a:alphaModFix/>
          </a:blip>
          <a:srcRect b="0" l="0" r="0" t="0"/>
          <a:stretch/>
        </p:blipFill>
        <p:spPr>
          <a:xfrm>
            <a:off x="2292824" y="1039121"/>
            <a:ext cx="7574507" cy="4410075"/>
          </a:xfrm>
          <a:prstGeom prst="rect">
            <a:avLst/>
          </a:prstGeom>
          <a:noFill/>
          <a:ln>
            <a:noFill/>
          </a:ln>
        </p:spPr>
      </p:pic>
      <p:sp>
        <p:nvSpPr>
          <p:cNvPr id="389" name="Google Shape;389;g3346804e54d_0_1490"/>
          <p:cNvSpPr/>
          <p:nvPr/>
        </p:nvSpPr>
        <p:spPr>
          <a:xfrm>
            <a:off x="2843283" y="5733129"/>
            <a:ext cx="6096000" cy="820353"/>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1400"/>
              <a:buFont typeface="Quattrocento Sans"/>
              <a:buChar char="➢"/>
            </a:pPr>
            <a:r>
              <a:rPr b="0" i="0" lang="en-IN" sz="1400" u="none" cap="none" strike="noStrike">
                <a:solidFill>
                  <a:srgbClr val="000000"/>
                </a:solidFill>
                <a:latin typeface="Calibri"/>
                <a:ea typeface="Calibri"/>
                <a:cs typeface="Calibri"/>
                <a:sym typeface="Calibri"/>
              </a:rPr>
              <a:t>This is admin Employee page.</a:t>
            </a:r>
            <a:endParaRPr b="0" i="0" sz="1400" u="none" cap="none" strike="noStrike">
              <a:solidFill>
                <a:srgbClr val="000000"/>
              </a:solidFill>
              <a:latin typeface="Calibri"/>
              <a:ea typeface="Calibri"/>
              <a:cs typeface="Calibri"/>
              <a:sym typeface="Calibri"/>
            </a:endParaRPr>
          </a:p>
          <a:p>
            <a:pPr indent="-342900" lvl="0" marL="342900" marR="951864" rtl="0" algn="l">
              <a:lnSpc>
                <a:spcPct val="113000"/>
              </a:lnSpc>
              <a:spcBef>
                <a:spcPts val="185"/>
              </a:spcBef>
              <a:spcAft>
                <a:spcPts val="0"/>
              </a:spcAft>
              <a:buClr>
                <a:srgbClr val="000000"/>
              </a:buClr>
              <a:buSzPts val="1400"/>
              <a:buFont typeface="Quattrocento Sans"/>
              <a:buChar char="➢"/>
            </a:pPr>
            <a:r>
              <a:rPr b="0" i="0" lang="en-IN" sz="1400" u="none" cap="none" strike="noStrike">
                <a:solidFill>
                  <a:srgbClr val="000000"/>
                </a:solidFill>
                <a:latin typeface="Calibri"/>
                <a:ea typeface="Calibri"/>
                <a:cs typeface="Calibri"/>
                <a:sym typeface="Calibri"/>
              </a:rPr>
              <a:t>Here you have to add the user name, Email , Birth date, age , phone no along with the user profile.</a:t>
            </a:r>
            <a:endParaRPr b="0" i="0" sz="1400" u="none" cap="none" strike="noStrike">
              <a:solidFill>
                <a:srgbClr val="000000"/>
              </a:solidFill>
              <a:latin typeface="Arial"/>
              <a:ea typeface="Arial"/>
              <a:cs typeface="Arial"/>
              <a:sym typeface="Arial"/>
            </a:endParaRPr>
          </a:p>
        </p:txBody>
      </p:sp>
      <p:pic>
        <p:nvPicPr>
          <p:cNvPr id="390" name="Google Shape;390;g3346804e54d_0_1490"/>
          <p:cNvPicPr preferRelativeResize="0"/>
          <p:nvPr/>
        </p:nvPicPr>
        <p:blipFill rotWithShape="1">
          <a:blip r:embed="rId4">
            <a:alphaModFix/>
          </a:blip>
          <a:srcRect b="0" l="0" r="0" t="0"/>
          <a:stretch/>
        </p:blipFill>
        <p:spPr>
          <a:xfrm>
            <a:off x="10115550" y="66675"/>
            <a:ext cx="1990726" cy="55811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94" name="Shape 394"/>
        <p:cNvGrpSpPr/>
        <p:nvPr/>
      </p:nvGrpSpPr>
      <p:grpSpPr>
        <a:xfrm>
          <a:off x="0" y="0"/>
          <a:ext cx="0" cy="0"/>
          <a:chOff x="0" y="0"/>
          <a:chExt cx="0" cy="0"/>
        </a:xfrm>
      </p:grpSpPr>
      <p:sp>
        <p:nvSpPr>
          <p:cNvPr id="395" name="Google Shape;395;g3346804e54d_0_1572"/>
          <p:cNvSpPr/>
          <p:nvPr/>
        </p:nvSpPr>
        <p:spPr>
          <a:xfrm>
            <a:off x="609600" y="348181"/>
            <a:ext cx="10972800" cy="369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IN" sz="1400" u="sng" cap="none" strike="noStrike">
                <a:solidFill>
                  <a:srgbClr val="000000"/>
                </a:solidFill>
                <a:latin typeface="Arial"/>
                <a:ea typeface="Arial"/>
                <a:cs typeface="Arial"/>
                <a:sym typeface="Arial"/>
              </a:rPr>
              <a:t>Admin Employee </a:t>
            </a:r>
            <a:r>
              <a:rPr b="1" i="0" lang="en-IN" sz="1800" u="sng" cap="none" strike="noStrike">
                <a:solidFill>
                  <a:srgbClr val="000000"/>
                </a:solidFill>
                <a:latin typeface="Times New Roman"/>
                <a:ea typeface="Times New Roman"/>
                <a:cs typeface="Times New Roman"/>
                <a:sym typeface="Times New Roman"/>
              </a:rPr>
              <a:t>Resume</a:t>
            </a:r>
            <a:r>
              <a:rPr b="1" i="0" lang="en-IN" sz="1400" u="sng"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1" i="0" lang="en-I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396" name="Google Shape;396;g3346804e54d_0_1572"/>
          <p:cNvSpPr/>
          <p:nvPr>
            <p:ph idx="12" type="sldNum"/>
          </p:nvPr>
        </p:nvSpPr>
        <p:spPr>
          <a:xfrm>
            <a:off x="10799622" y="6492295"/>
            <a:ext cx="365700" cy="365700"/>
          </a:xfrm>
          <a:prstGeom prst="ellipse">
            <a:avLst/>
          </a:prstGeom>
          <a:solidFill>
            <a:srgbClr val="1D1D1D">
              <a:alpha val="69020"/>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pic>
        <p:nvPicPr>
          <p:cNvPr id="397" name="Google Shape;397;g3346804e54d_0_1572"/>
          <p:cNvPicPr preferRelativeResize="0"/>
          <p:nvPr/>
        </p:nvPicPr>
        <p:blipFill rotWithShape="1">
          <a:blip r:embed="rId3">
            <a:alphaModFix/>
          </a:blip>
          <a:srcRect b="0" l="0" r="0" t="0"/>
          <a:stretch/>
        </p:blipFill>
        <p:spPr>
          <a:xfrm>
            <a:off x="1815152" y="1085570"/>
            <a:ext cx="7888405" cy="3295361"/>
          </a:xfrm>
          <a:prstGeom prst="rect">
            <a:avLst/>
          </a:prstGeom>
          <a:noFill/>
          <a:ln>
            <a:noFill/>
          </a:ln>
        </p:spPr>
      </p:pic>
      <p:sp>
        <p:nvSpPr>
          <p:cNvPr id="398" name="Google Shape;398;g3346804e54d_0_1572"/>
          <p:cNvSpPr/>
          <p:nvPr/>
        </p:nvSpPr>
        <p:spPr>
          <a:xfrm>
            <a:off x="2201839" y="4640881"/>
            <a:ext cx="6096000" cy="933589"/>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1400"/>
              <a:buFont typeface="Quattrocento Sans"/>
              <a:buChar char="➢"/>
            </a:pPr>
            <a:r>
              <a:rPr b="0" i="0" lang="en-IN" sz="1400" u="none" cap="none" strike="noStrike">
                <a:solidFill>
                  <a:srgbClr val="000000"/>
                </a:solidFill>
                <a:latin typeface="Calibri"/>
                <a:ea typeface="Calibri"/>
                <a:cs typeface="Calibri"/>
                <a:sym typeface="Calibri"/>
              </a:rPr>
              <a:t>This is admin Employee Resume page.</a:t>
            </a:r>
            <a:endParaRPr b="0" i="0" sz="1400" u="none" cap="none" strike="noStrike">
              <a:solidFill>
                <a:srgbClr val="000000"/>
              </a:solidFill>
              <a:latin typeface="Calibri"/>
              <a:ea typeface="Calibri"/>
              <a:cs typeface="Calibri"/>
              <a:sym typeface="Calibri"/>
            </a:endParaRPr>
          </a:p>
          <a:p>
            <a:pPr indent="-342900" lvl="0" marL="342900" marR="0" rtl="0" algn="l">
              <a:lnSpc>
                <a:spcPct val="100000"/>
              </a:lnSpc>
              <a:spcBef>
                <a:spcPts val="175"/>
              </a:spcBef>
              <a:spcAft>
                <a:spcPts val="0"/>
              </a:spcAft>
              <a:buClr>
                <a:srgbClr val="000000"/>
              </a:buClr>
              <a:buSzPts val="1400"/>
              <a:buFont typeface="Quattrocento Sans"/>
              <a:buChar char="➢"/>
            </a:pPr>
            <a:r>
              <a:rPr b="0" i="0" lang="en-IN" sz="1400" u="none" cap="none" strike="noStrike">
                <a:solidFill>
                  <a:srgbClr val="000000"/>
                </a:solidFill>
                <a:latin typeface="Calibri"/>
                <a:ea typeface="Calibri"/>
                <a:cs typeface="Calibri"/>
                <a:sym typeface="Calibri"/>
              </a:rPr>
              <a:t>Here User upload his/her Resume along with education , skills and experience.</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00"/>
              <a:buFont typeface="Arial"/>
              <a:buNone/>
            </a:pPr>
            <a:r>
              <a:rPr b="0" i="0" lang="en-IN" sz="1100" u="none" cap="none" strike="noStrike">
                <a:solidFill>
                  <a:srgbClr val="000000"/>
                </a:solidFill>
                <a:latin typeface="Calibri"/>
                <a:ea typeface="Calibri"/>
                <a:cs typeface="Calibri"/>
                <a:sym typeface="Calibri"/>
              </a:rPr>
              <a:t> </a:t>
            </a:r>
            <a:endParaRPr b="0" i="0" sz="2000" u="none" cap="none" strike="noStrike">
              <a:solidFill>
                <a:srgbClr val="000000"/>
              </a:solidFill>
              <a:latin typeface="Times New Roman"/>
              <a:ea typeface="Times New Roman"/>
              <a:cs typeface="Times New Roman"/>
              <a:sym typeface="Times New Roman"/>
            </a:endParaRPr>
          </a:p>
        </p:txBody>
      </p:sp>
      <p:pic>
        <p:nvPicPr>
          <p:cNvPr id="399" name="Google Shape;399;g3346804e54d_0_1572"/>
          <p:cNvPicPr preferRelativeResize="0"/>
          <p:nvPr/>
        </p:nvPicPr>
        <p:blipFill rotWithShape="1">
          <a:blip r:embed="rId4">
            <a:alphaModFix/>
          </a:blip>
          <a:srcRect b="0" l="0" r="0" t="0"/>
          <a:stretch/>
        </p:blipFill>
        <p:spPr>
          <a:xfrm>
            <a:off x="10115550" y="66675"/>
            <a:ext cx="1990726" cy="55811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03" name="Shape 403"/>
        <p:cNvGrpSpPr/>
        <p:nvPr/>
      </p:nvGrpSpPr>
      <p:grpSpPr>
        <a:xfrm>
          <a:off x="0" y="0"/>
          <a:ext cx="0" cy="0"/>
          <a:chOff x="0" y="0"/>
          <a:chExt cx="0" cy="0"/>
        </a:xfrm>
      </p:grpSpPr>
      <p:sp>
        <p:nvSpPr>
          <p:cNvPr id="404" name="Google Shape;404;g3346804e54d_0_1897"/>
          <p:cNvSpPr/>
          <p:nvPr>
            <p:ph idx="12" type="sldNum"/>
          </p:nvPr>
        </p:nvSpPr>
        <p:spPr>
          <a:xfrm>
            <a:off x="10799622" y="6492295"/>
            <a:ext cx="365700" cy="365700"/>
          </a:xfrm>
          <a:prstGeom prst="ellipse">
            <a:avLst/>
          </a:prstGeom>
          <a:solidFill>
            <a:srgbClr val="1D1D1D">
              <a:alpha val="69020"/>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pic>
        <p:nvPicPr>
          <p:cNvPr id="405" name="Google Shape;405;g3346804e54d_0_1897"/>
          <p:cNvPicPr preferRelativeResize="0"/>
          <p:nvPr/>
        </p:nvPicPr>
        <p:blipFill rotWithShape="1">
          <a:blip r:embed="rId3">
            <a:alphaModFix/>
          </a:blip>
          <a:srcRect b="0" l="0" r="0" t="0"/>
          <a:stretch/>
        </p:blipFill>
        <p:spPr>
          <a:xfrm>
            <a:off x="1978926" y="997647"/>
            <a:ext cx="7847463" cy="3123977"/>
          </a:xfrm>
          <a:prstGeom prst="rect">
            <a:avLst/>
          </a:prstGeom>
          <a:noFill/>
          <a:ln>
            <a:noFill/>
          </a:ln>
        </p:spPr>
      </p:pic>
      <p:sp>
        <p:nvSpPr>
          <p:cNvPr id="406" name="Google Shape;406;g3346804e54d_0_1897"/>
          <p:cNvSpPr/>
          <p:nvPr/>
        </p:nvSpPr>
        <p:spPr>
          <a:xfrm>
            <a:off x="2837497" y="4667184"/>
            <a:ext cx="5043047" cy="307777"/>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1400"/>
              <a:buFont typeface="Quattrocento Sans"/>
              <a:buChar char="➢"/>
            </a:pPr>
            <a:r>
              <a:rPr b="0" i="0" lang="en-IN" sz="1400" u="none" cap="none" strike="noStrike">
                <a:solidFill>
                  <a:srgbClr val="000000"/>
                </a:solidFill>
                <a:latin typeface="Calibri"/>
                <a:ea typeface="Calibri"/>
                <a:cs typeface="Calibri"/>
                <a:sym typeface="Calibri"/>
              </a:rPr>
              <a:t>This is User Resume page where User can add his/her profile.</a:t>
            </a:r>
            <a:endParaRPr b="0" i="0" sz="1800" u="none" cap="none" strike="noStrike">
              <a:solidFill>
                <a:srgbClr val="000000"/>
              </a:solidFill>
              <a:latin typeface="Calibri"/>
              <a:ea typeface="Calibri"/>
              <a:cs typeface="Calibri"/>
              <a:sym typeface="Calibri"/>
            </a:endParaRPr>
          </a:p>
        </p:txBody>
      </p:sp>
      <p:pic>
        <p:nvPicPr>
          <p:cNvPr id="407" name="Google Shape;407;g3346804e54d_0_1897"/>
          <p:cNvPicPr preferRelativeResize="0"/>
          <p:nvPr/>
        </p:nvPicPr>
        <p:blipFill rotWithShape="1">
          <a:blip r:embed="rId4">
            <a:alphaModFix/>
          </a:blip>
          <a:srcRect b="0" l="0" r="0" t="0"/>
          <a:stretch/>
        </p:blipFill>
        <p:spPr>
          <a:xfrm>
            <a:off x="10115550" y="66675"/>
            <a:ext cx="1990726" cy="55811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11" name="Shape 411"/>
        <p:cNvGrpSpPr/>
        <p:nvPr/>
      </p:nvGrpSpPr>
      <p:grpSpPr>
        <a:xfrm>
          <a:off x="0" y="0"/>
          <a:ext cx="0" cy="0"/>
          <a:chOff x="0" y="0"/>
          <a:chExt cx="0" cy="0"/>
        </a:xfrm>
      </p:grpSpPr>
      <p:sp>
        <p:nvSpPr>
          <p:cNvPr id="412" name="Google Shape;412;g3346804e54d_0_1979"/>
          <p:cNvSpPr txBox="1"/>
          <p:nvPr>
            <p:ph idx="1" type="body"/>
          </p:nvPr>
        </p:nvSpPr>
        <p:spPr>
          <a:xfrm>
            <a:off x="609600" y="5733130"/>
            <a:ext cx="10972800" cy="591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600"/>
              <a:buNone/>
            </a:pPr>
            <a:r>
              <a:rPr lang="en-IN" sz="1600">
                <a:latin typeface="Times New Roman"/>
                <a:ea typeface="Times New Roman"/>
                <a:cs typeface="Times New Roman"/>
                <a:sym typeface="Times New Roman"/>
              </a:rPr>
              <a:t>Description: - It is delete product functionality with confirmation message. Admin can delete product by clicking on "delete" button.</a:t>
            </a:r>
            <a:endParaRPr/>
          </a:p>
        </p:txBody>
      </p:sp>
      <p:sp>
        <p:nvSpPr>
          <p:cNvPr id="413" name="Google Shape;413;g3346804e54d_0_1979"/>
          <p:cNvSpPr/>
          <p:nvPr/>
        </p:nvSpPr>
        <p:spPr>
          <a:xfrm>
            <a:off x="609600" y="348181"/>
            <a:ext cx="10972800" cy="369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Times New Roman"/>
                <a:ea typeface="Times New Roman"/>
                <a:cs typeface="Times New Roman"/>
                <a:sym typeface="Times New Roman"/>
              </a:rPr>
              <a:t>Delete product with confirmation</a:t>
            </a:r>
            <a:endParaRPr b="0" i="0" sz="1400" u="none" cap="none" strike="noStrike">
              <a:solidFill>
                <a:srgbClr val="000000"/>
              </a:solidFill>
              <a:latin typeface="Arial"/>
              <a:ea typeface="Arial"/>
              <a:cs typeface="Arial"/>
              <a:sym typeface="Arial"/>
            </a:endParaRPr>
          </a:p>
        </p:txBody>
      </p:sp>
      <p:pic>
        <p:nvPicPr>
          <p:cNvPr id="414" name="Google Shape;414;g3346804e54d_0_1979"/>
          <p:cNvPicPr preferRelativeResize="0"/>
          <p:nvPr/>
        </p:nvPicPr>
        <p:blipFill rotWithShape="1">
          <a:blip r:embed="rId3">
            <a:alphaModFix/>
          </a:blip>
          <a:srcRect b="0" l="0" r="0" t="0"/>
          <a:stretch/>
        </p:blipFill>
        <p:spPr>
          <a:xfrm>
            <a:off x="609600" y="987624"/>
            <a:ext cx="10972800" cy="4498776"/>
          </a:xfrm>
          <a:prstGeom prst="rect">
            <a:avLst/>
          </a:prstGeom>
          <a:noFill/>
          <a:ln>
            <a:noFill/>
          </a:ln>
        </p:spPr>
      </p:pic>
      <p:sp>
        <p:nvSpPr>
          <p:cNvPr id="415" name="Google Shape;415;g3346804e54d_0_1979"/>
          <p:cNvSpPr/>
          <p:nvPr>
            <p:ph idx="12" type="sldNum"/>
          </p:nvPr>
        </p:nvSpPr>
        <p:spPr>
          <a:xfrm>
            <a:off x="10799622" y="6492295"/>
            <a:ext cx="365700" cy="365700"/>
          </a:xfrm>
          <a:prstGeom prst="ellipse">
            <a:avLst/>
          </a:prstGeom>
          <a:solidFill>
            <a:srgbClr val="1D1D1D">
              <a:alpha val="69020"/>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pic>
        <p:nvPicPr>
          <p:cNvPr id="416" name="Google Shape;416;g3346804e54d_0_1979"/>
          <p:cNvPicPr preferRelativeResize="0"/>
          <p:nvPr/>
        </p:nvPicPr>
        <p:blipFill rotWithShape="1">
          <a:blip r:embed="rId4">
            <a:alphaModFix/>
          </a:blip>
          <a:srcRect b="0" l="0" r="0" t="0"/>
          <a:stretch/>
        </p:blipFill>
        <p:spPr>
          <a:xfrm>
            <a:off x="10115550" y="66675"/>
            <a:ext cx="1990726" cy="55811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20" name="Shape 420"/>
        <p:cNvGrpSpPr/>
        <p:nvPr/>
      </p:nvGrpSpPr>
      <p:grpSpPr>
        <a:xfrm>
          <a:off x="0" y="0"/>
          <a:ext cx="0" cy="0"/>
          <a:chOff x="0" y="0"/>
          <a:chExt cx="0" cy="0"/>
        </a:xfrm>
      </p:grpSpPr>
      <p:sp>
        <p:nvSpPr>
          <p:cNvPr id="421" name="Google Shape;421;g3346804e54d_0_2061"/>
          <p:cNvSpPr txBox="1"/>
          <p:nvPr>
            <p:ph idx="1" type="body"/>
          </p:nvPr>
        </p:nvSpPr>
        <p:spPr>
          <a:xfrm>
            <a:off x="609600" y="5768429"/>
            <a:ext cx="10972800" cy="591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600"/>
              <a:buNone/>
            </a:pPr>
            <a:r>
              <a:rPr lang="en-IN" sz="1600">
                <a:latin typeface="Times New Roman"/>
                <a:ea typeface="Times New Roman"/>
                <a:cs typeface="Times New Roman"/>
                <a:sym typeface="Times New Roman"/>
              </a:rPr>
              <a:t>Description: - It is add bid page. Admin can add bid by clicking on “add bid” button on any particular product.</a:t>
            </a:r>
            <a:endParaRPr/>
          </a:p>
        </p:txBody>
      </p:sp>
      <p:sp>
        <p:nvSpPr>
          <p:cNvPr id="422" name="Google Shape;422;g3346804e54d_0_2061"/>
          <p:cNvSpPr/>
          <p:nvPr/>
        </p:nvSpPr>
        <p:spPr>
          <a:xfrm>
            <a:off x="609600" y="348181"/>
            <a:ext cx="10972800" cy="369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Times New Roman"/>
                <a:ea typeface="Times New Roman"/>
                <a:cs typeface="Times New Roman"/>
                <a:sym typeface="Times New Roman"/>
              </a:rPr>
              <a:t>Add bid page</a:t>
            </a:r>
            <a:endParaRPr b="0" i="0" sz="1400" u="none" cap="none" strike="noStrike">
              <a:solidFill>
                <a:srgbClr val="000000"/>
              </a:solidFill>
              <a:latin typeface="Arial"/>
              <a:ea typeface="Arial"/>
              <a:cs typeface="Arial"/>
              <a:sym typeface="Arial"/>
            </a:endParaRPr>
          </a:p>
        </p:txBody>
      </p:sp>
      <p:pic>
        <p:nvPicPr>
          <p:cNvPr id="423" name="Google Shape;423;g3346804e54d_0_2061"/>
          <p:cNvPicPr preferRelativeResize="0"/>
          <p:nvPr/>
        </p:nvPicPr>
        <p:blipFill rotWithShape="1">
          <a:blip r:embed="rId3">
            <a:alphaModFix/>
          </a:blip>
          <a:srcRect b="0" l="0" r="0" t="0"/>
          <a:stretch/>
        </p:blipFill>
        <p:spPr>
          <a:xfrm>
            <a:off x="609600" y="918871"/>
            <a:ext cx="10972800" cy="4648200"/>
          </a:xfrm>
          <a:prstGeom prst="rect">
            <a:avLst/>
          </a:prstGeom>
          <a:noFill/>
          <a:ln>
            <a:noFill/>
          </a:ln>
        </p:spPr>
      </p:pic>
      <p:sp>
        <p:nvSpPr>
          <p:cNvPr id="424" name="Google Shape;424;g3346804e54d_0_2061"/>
          <p:cNvSpPr/>
          <p:nvPr>
            <p:ph idx="12" type="sldNum"/>
          </p:nvPr>
        </p:nvSpPr>
        <p:spPr>
          <a:xfrm>
            <a:off x="10799622" y="6492295"/>
            <a:ext cx="365700" cy="365700"/>
          </a:xfrm>
          <a:prstGeom prst="ellipse">
            <a:avLst/>
          </a:prstGeom>
          <a:solidFill>
            <a:srgbClr val="1D1D1D">
              <a:alpha val="69020"/>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pic>
        <p:nvPicPr>
          <p:cNvPr id="425" name="Google Shape;425;g3346804e54d_0_2061"/>
          <p:cNvPicPr preferRelativeResize="0"/>
          <p:nvPr/>
        </p:nvPicPr>
        <p:blipFill rotWithShape="1">
          <a:blip r:embed="rId4">
            <a:alphaModFix/>
          </a:blip>
          <a:srcRect b="0" l="0" r="0" t="0"/>
          <a:stretch/>
        </p:blipFill>
        <p:spPr>
          <a:xfrm>
            <a:off x="10115550" y="66675"/>
            <a:ext cx="1990726" cy="55811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29" name="Shape 429"/>
        <p:cNvGrpSpPr/>
        <p:nvPr/>
      </p:nvGrpSpPr>
      <p:grpSpPr>
        <a:xfrm>
          <a:off x="0" y="0"/>
          <a:ext cx="0" cy="0"/>
          <a:chOff x="0" y="0"/>
          <a:chExt cx="0" cy="0"/>
        </a:xfrm>
      </p:grpSpPr>
      <p:sp>
        <p:nvSpPr>
          <p:cNvPr id="430" name="Google Shape;430;g3346804e54d_0_2305"/>
          <p:cNvSpPr txBox="1"/>
          <p:nvPr>
            <p:ph idx="1" type="body"/>
          </p:nvPr>
        </p:nvSpPr>
        <p:spPr>
          <a:xfrm>
            <a:off x="609600" y="5257800"/>
            <a:ext cx="10972800" cy="591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600"/>
              <a:buNone/>
            </a:pPr>
            <a:r>
              <a:rPr lang="en-IN" sz="1600">
                <a:latin typeface="Times New Roman"/>
                <a:ea typeface="Times New Roman"/>
                <a:cs typeface="Times New Roman"/>
                <a:sym typeface="Times New Roman"/>
              </a:rPr>
              <a:t>Description: - It is add bid page with validation. If admin has already given bid and we again try to give bid then add bid page will give one error message as popup.</a:t>
            </a:r>
            <a:endParaRPr/>
          </a:p>
        </p:txBody>
      </p:sp>
      <p:sp>
        <p:nvSpPr>
          <p:cNvPr id="431" name="Google Shape;431;g3346804e54d_0_2305"/>
          <p:cNvSpPr/>
          <p:nvPr/>
        </p:nvSpPr>
        <p:spPr>
          <a:xfrm>
            <a:off x="609600" y="385888"/>
            <a:ext cx="10972800" cy="369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Times New Roman"/>
                <a:ea typeface="Times New Roman"/>
                <a:cs typeface="Times New Roman"/>
                <a:sym typeface="Times New Roman"/>
              </a:rPr>
              <a:t>Add bid page with validation</a:t>
            </a:r>
            <a:endParaRPr b="0" i="0" sz="1400" u="none" cap="none" strike="noStrike">
              <a:solidFill>
                <a:srgbClr val="000000"/>
              </a:solidFill>
              <a:latin typeface="Arial"/>
              <a:ea typeface="Arial"/>
              <a:cs typeface="Arial"/>
              <a:sym typeface="Arial"/>
            </a:endParaRPr>
          </a:p>
        </p:txBody>
      </p:sp>
      <p:pic>
        <p:nvPicPr>
          <p:cNvPr id="432" name="Google Shape;432;g3346804e54d_0_2305"/>
          <p:cNvPicPr preferRelativeResize="0"/>
          <p:nvPr/>
        </p:nvPicPr>
        <p:blipFill rotWithShape="1">
          <a:blip r:embed="rId3">
            <a:alphaModFix/>
          </a:blip>
          <a:srcRect b="0" l="0" r="0" t="0"/>
          <a:stretch/>
        </p:blipFill>
        <p:spPr>
          <a:xfrm>
            <a:off x="609600" y="990600"/>
            <a:ext cx="10972800" cy="4114799"/>
          </a:xfrm>
          <a:prstGeom prst="rect">
            <a:avLst/>
          </a:prstGeom>
          <a:noFill/>
          <a:ln>
            <a:noFill/>
          </a:ln>
        </p:spPr>
      </p:pic>
      <p:sp>
        <p:nvSpPr>
          <p:cNvPr id="433" name="Google Shape;433;g3346804e54d_0_2305"/>
          <p:cNvSpPr/>
          <p:nvPr>
            <p:ph idx="12" type="sldNum"/>
          </p:nvPr>
        </p:nvSpPr>
        <p:spPr>
          <a:xfrm>
            <a:off x="10799622" y="6492295"/>
            <a:ext cx="365700" cy="365700"/>
          </a:xfrm>
          <a:prstGeom prst="ellipse">
            <a:avLst/>
          </a:prstGeom>
          <a:solidFill>
            <a:srgbClr val="1D1D1D">
              <a:alpha val="69020"/>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pic>
        <p:nvPicPr>
          <p:cNvPr id="434" name="Google Shape;434;g3346804e54d_0_2305"/>
          <p:cNvPicPr preferRelativeResize="0"/>
          <p:nvPr/>
        </p:nvPicPr>
        <p:blipFill rotWithShape="1">
          <a:blip r:embed="rId4">
            <a:alphaModFix/>
          </a:blip>
          <a:srcRect b="0" l="0" r="0" t="0"/>
          <a:stretch/>
        </p:blipFill>
        <p:spPr>
          <a:xfrm>
            <a:off x="10115550" y="66675"/>
            <a:ext cx="1990726" cy="55811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38" name="Shape 438"/>
        <p:cNvGrpSpPr/>
        <p:nvPr/>
      </p:nvGrpSpPr>
      <p:grpSpPr>
        <a:xfrm>
          <a:off x="0" y="0"/>
          <a:ext cx="0" cy="0"/>
          <a:chOff x="0" y="0"/>
          <a:chExt cx="0" cy="0"/>
        </a:xfrm>
      </p:grpSpPr>
      <p:sp>
        <p:nvSpPr>
          <p:cNvPr id="439" name="Google Shape;439;g3346804e54d_0_5713"/>
          <p:cNvSpPr txBox="1"/>
          <p:nvPr>
            <p:ph idx="1" type="body"/>
          </p:nvPr>
        </p:nvSpPr>
        <p:spPr>
          <a:xfrm>
            <a:off x="609600" y="5029200"/>
            <a:ext cx="10972800" cy="591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600"/>
              <a:buNone/>
            </a:pPr>
            <a:r>
              <a:rPr lang="en-IN" sz="1600">
                <a:latin typeface="Times New Roman"/>
                <a:ea typeface="Times New Roman"/>
                <a:cs typeface="Times New Roman"/>
                <a:sym typeface="Times New Roman"/>
              </a:rPr>
              <a:t>Description: - It is add bid page with validation. If mobile number is not equal to 10 digits then add user page will give one error message as popup.</a:t>
            </a:r>
            <a:endParaRPr/>
          </a:p>
        </p:txBody>
      </p:sp>
      <p:sp>
        <p:nvSpPr>
          <p:cNvPr id="440" name="Google Shape;440;g3346804e54d_0_5713"/>
          <p:cNvSpPr/>
          <p:nvPr/>
        </p:nvSpPr>
        <p:spPr>
          <a:xfrm>
            <a:off x="609600" y="385888"/>
            <a:ext cx="10972800" cy="369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Times New Roman"/>
                <a:ea typeface="Times New Roman"/>
                <a:cs typeface="Times New Roman"/>
                <a:sym typeface="Times New Roman"/>
              </a:rPr>
              <a:t>Add user page with validation</a:t>
            </a:r>
            <a:endParaRPr b="0" i="0" sz="1400" u="none" cap="none" strike="noStrike">
              <a:solidFill>
                <a:srgbClr val="000000"/>
              </a:solidFill>
              <a:latin typeface="Arial"/>
              <a:ea typeface="Arial"/>
              <a:cs typeface="Arial"/>
              <a:sym typeface="Arial"/>
            </a:endParaRPr>
          </a:p>
        </p:txBody>
      </p:sp>
      <p:pic>
        <p:nvPicPr>
          <p:cNvPr id="441" name="Google Shape;441;g3346804e54d_0_5713"/>
          <p:cNvPicPr preferRelativeResize="0"/>
          <p:nvPr/>
        </p:nvPicPr>
        <p:blipFill rotWithShape="1">
          <a:blip r:embed="rId3">
            <a:alphaModFix/>
          </a:blip>
          <a:srcRect b="10346" l="0" r="0" t="0"/>
          <a:stretch/>
        </p:blipFill>
        <p:spPr>
          <a:xfrm>
            <a:off x="609600" y="1040451"/>
            <a:ext cx="8229600" cy="3683950"/>
          </a:xfrm>
          <a:prstGeom prst="rect">
            <a:avLst/>
          </a:prstGeom>
          <a:noFill/>
          <a:ln>
            <a:noFill/>
          </a:ln>
        </p:spPr>
      </p:pic>
      <p:sp>
        <p:nvSpPr>
          <p:cNvPr id="442" name="Google Shape;442;g3346804e54d_0_5713"/>
          <p:cNvSpPr/>
          <p:nvPr>
            <p:ph idx="12" type="sldNum"/>
          </p:nvPr>
        </p:nvSpPr>
        <p:spPr>
          <a:xfrm>
            <a:off x="10799622" y="6492295"/>
            <a:ext cx="365700" cy="365700"/>
          </a:xfrm>
          <a:prstGeom prst="ellipse">
            <a:avLst/>
          </a:prstGeom>
          <a:solidFill>
            <a:srgbClr val="1D1D1D">
              <a:alpha val="69020"/>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pic>
        <p:nvPicPr>
          <p:cNvPr id="443" name="Google Shape;443;g3346804e54d_0_5713"/>
          <p:cNvPicPr preferRelativeResize="0"/>
          <p:nvPr/>
        </p:nvPicPr>
        <p:blipFill rotWithShape="1">
          <a:blip r:embed="rId4">
            <a:alphaModFix/>
          </a:blip>
          <a:srcRect b="0" l="0" r="0" t="0"/>
          <a:stretch/>
        </p:blipFill>
        <p:spPr>
          <a:xfrm>
            <a:off x="10115550" y="66675"/>
            <a:ext cx="1990726" cy="558114"/>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47" name="Shape 447"/>
        <p:cNvGrpSpPr/>
        <p:nvPr/>
      </p:nvGrpSpPr>
      <p:grpSpPr>
        <a:xfrm>
          <a:off x="0" y="0"/>
          <a:ext cx="0" cy="0"/>
          <a:chOff x="0" y="0"/>
          <a:chExt cx="0" cy="0"/>
        </a:xfrm>
      </p:grpSpPr>
      <p:sp>
        <p:nvSpPr>
          <p:cNvPr id="448" name="Google Shape;448;g3346804e54d_0_6202"/>
          <p:cNvSpPr txBox="1"/>
          <p:nvPr>
            <p:ph idx="1" type="body"/>
          </p:nvPr>
        </p:nvSpPr>
        <p:spPr>
          <a:xfrm>
            <a:off x="609600" y="5308820"/>
            <a:ext cx="10972800" cy="591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600"/>
              <a:buNone/>
            </a:pPr>
            <a:r>
              <a:rPr lang="en-IN" sz="1600">
                <a:latin typeface="Times New Roman"/>
                <a:ea typeface="Times New Roman"/>
                <a:cs typeface="Times New Roman"/>
                <a:sym typeface="Times New Roman"/>
              </a:rPr>
              <a:t>Description: - It is delete user functionality with confirmation message. Admin can delete any user by clicking on "delete" button.</a:t>
            </a:r>
            <a:endParaRPr/>
          </a:p>
        </p:txBody>
      </p:sp>
      <p:sp>
        <p:nvSpPr>
          <p:cNvPr id="449" name="Google Shape;449;g3346804e54d_0_6202"/>
          <p:cNvSpPr/>
          <p:nvPr/>
        </p:nvSpPr>
        <p:spPr>
          <a:xfrm>
            <a:off x="609600" y="348181"/>
            <a:ext cx="10972800" cy="369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Times New Roman"/>
                <a:ea typeface="Times New Roman"/>
                <a:cs typeface="Times New Roman"/>
                <a:sym typeface="Times New Roman"/>
              </a:rPr>
              <a:t>Delete user with confirmation</a:t>
            </a:r>
            <a:endParaRPr b="0" i="0" sz="1400" u="none" cap="none" strike="noStrike">
              <a:solidFill>
                <a:srgbClr val="000000"/>
              </a:solidFill>
              <a:latin typeface="Arial"/>
              <a:ea typeface="Arial"/>
              <a:cs typeface="Arial"/>
              <a:sym typeface="Arial"/>
            </a:endParaRPr>
          </a:p>
        </p:txBody>
      </p:sp>
      <p:pic>
        <p:nvPicPr>
          <p:cNvPr id="450" name="Google Shape;450;g3346804e54d_0_6202"/>
          <p:cNvPicPr preferRelativeResize="0"/>
          <p:nvPr/>
        </p:nvPicPr>
        <p:blipFill rotWithShape="1">
          <a:blip r:embed="rId3">
            <a:alphaModFix/>
          </a:blip>
          <a:srcRect b="0" l="0" r="0" t="0"/>
          <a:stretch/>
        </p:blipFill>
        <p:spPr>
          <a:xfrm>
            <a:off x="609600" y="914400"/>
            <a:ext cx="10972802" cy="4147691"/>
          </a:xfrm>
          <a:prstGeom prst="rect">
            <a:avLst/>
          </a:prstGeom>
          <a:noFill/>
          <a:ln>
            <a:noFill/>
          </a:ln>
        </p:spPr>
      </p:pic>
      <p:sp>
        <p:nvSpPr>
          <p:cNvPr id="451" name="Google Shape;451;g3346804e54d_0_6202"/>
          <p:cNvSpPr/>
          <p:nvPr>
            <p:ph idx="12" type="sldNum"/>
          </p:nvPr>
        </p:nvSpPr>
        <p:spPr>
          <a:xfrm>
            <a:off x="10799622" y="6492295"/>
            <a:ext cx="365700" cy="365700"/>
          </a:xfrm>
          <a:prstGeom prst="ellipse">
            <a:avLst/>
          </a:prstGeom>
          <a:solidFill>
            <a:srgbClr val="1D1D1D">
              <a:alpha val="69020"/>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pic>
        <p:nvPicPr>
          <p:cNvPr id="452" name="Google Shape;452;g3346804e54d_0_6202"/>
          <p:cNvPicPr preferRelativeResize="0"/>
          <p:nvPr/>
        </p:nvPicPr>
        <p:blipFill rotWithShape="1">
          <a:blip r:embed="rId4">
            <a:alphaModFix/>
          </a:blip>
          <a:srcRect b="0" l="0" r="0" t="0"/>
          <a:stretch/>
        </p:blipFill>
        <p:spPr>
          <a:xfrm>
            <a:off x="10115550" y="66675"/>
            <a:ext cx="1990726" cy="558114"/>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56" name="Shape 456"/>
        <p:cNvGrpSpPr/>
        <p:nvPr/>
      </p:nvGrpSpPr>
      <p:grpSpPr>
        <a:xfrm>
          <a:off x="0" y="0"/>
          <a:ext cx="0" cy="0"/>
          <a:chOff x="0" y="0"/>
          <a:chExt cx="0" cy="0"/>
        </a:xfrm>
      </p:grpSpPr>
      <p:sp>
        <p:nvSpPr>
          <p:cNvPr id="457" name="Google Shape;457;g3346804e54d_0_6527"/>
          <p:cNvSpPr txBox="1"/>
          <p:nvPr>
            <p:ph idx="1" type="body"/>
          </p:nvPr>
        </p:nvSpPr>
        <p:spPr>
          <a:xfrm>
            <a:off x="609600" y="5347659"/>
            <a:ext cx="10972800" cy="591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600"/>
              <a:buNone/>
            </a:pPr>
            <a:r>
              <a:rPr lang="en-IN" sz="1600">
                <a:latin typeface="Times New Roman"/>
                <a:ea typeface="Times New Roman"/>
                <a:cs typeface="Times New Roman"/>
                <a:sym typeface="Times New Roman"/>
              </a:rPr>
              <a:t>Description: - It is update profile page. Admin can update profile by clicking on “update profile” button.</a:t>
            </a:r>
            <a:endParaRPr/>
          </a:p>
        </p:txBody>
      </p:sp>
      <p:sp>
        <p:nvSpPr>
          <p:cNvPr id="458" name="Google Shape;458;g3346804e54d_0_6527"/>
          <p:cNvSpPr/>
          <p:nvPr/>
        </p:nvSpPr>
        <p:spPr>
          <a:xfrm>
            <a:off x="609600" y="348181"/>
            <a:ext cx="10972800" cy="369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Times New Roman"/>
                <a:ea typeface="Times New Roman"/>
                <a:cs typeface="Times New Roman"/>
                <a:sym typeface="Times New Roman"/>
              </a:rPr>
              <a:t>Update profile page</a:t>
            </a:r>
            <a:endParaRPr b="0" i="0" sz="1400" u="none" cap="none" strike="noStrike">
              <a:solidFill>
                <a:srgbClr val="000000"/>
              </a:solidFill>
              <a:latin typeface="Arial"/>
              <a:ea typeface="Arial"/>
              <a:cs typeface="Arial"/>
              <a:sym typeface="Arial"/>
            </a:endParaRPr>
          </a:p>
        </p:txBody>
      </p:sp>
      <p:pic>
        <p:nvPicPr>
          <p:cNvPr id="459" name="Google Shape;459;g3346804e54d_0_6527"/>
          <p:cNvPicPr preferRelativeResize="0"/>
          <p:nvPr/>
        </p:nvPicPr>
        <p:blipFill rotWithShape="1">
          <a:blip r:embed="rId3">
            <a:alphaModFix/>
          </a:blip>
          <a:srcRect b="0" l="0" r="0" t="0"/>
          <a:stretch/>
        </p:blipFill>
        <p:spPr>
          <a:xfrm>
            <a:off x="609600" y="918871"/>
            <a:ext cx="10972800" cy="4124325"/>
          </a:xfrm>
          <a:prstGeom prst="rect">
            <a:avLst/>
          </a:prstGeom>
          <a:noFill/>
          <a:ln>
            <a:noFill/>
          </a:ln>
        </p:spPr>
      </p:pic>
      <p:sp>
        <p:nvSpPr>
          <p:cNvPr id="460" name="Google Shape;460;g3346804e54d_0_6527"/>
          <p:cNvSpPr/>
          <p:nvPr>
            <p:ph idx="12" type="sldNum"/>
          </p:nvPr>
        </p:nvSpPr>
        <p:spPr>
          <a:xfrm>
            <a:off x="10799622" y="6492295"/>
            <a:ext cx="365700" cy="365700"/>
          </a:xfrm>
          <a:prstGeom prst="ellipse">
            <a:avLst/>
          </a:prstGeom>
          <a:solidFill>
            <a:srgbClr val="1D1D1D">
              <a:alpha val="69020"/>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pic>
        <p:nvPicPr>
          <p:cNvPr id="461" name="Google Shape;461;g3346804e54d_0_6527"/>
          <p:cNvPicPr preferRelativeResize="0"/>
          <p:nvPr/>
        </p:nvPicPr>
        <p:blipFill rotWithShape="1">
          <a:blip r:embed="rId4">
            <a:alphaModFix/>
          </a:blip>
          <a:srcRect b="0" l="0" r="0" t="0"/>
          <a:stretch/>
        </p:blipFill>
        <p:spPr>
          <a:xfrm>
            <a:off x="10115550" y="66675"/>
            <a:ext cx="1990726" cy="55811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65" name="Shape 465"/>
        <p:cNvGrpSpPr/>
        <p:nvPr/>
      </p:nvGrpSpPr>
      <p:grpSpPr>
        <a:xfrm>
          <a:off x="0" y="0"/>
          <a:ext cx="0" cy="0"/>
          <a:chOff x="0" y="0"/>
          <a:chExt cx="0" cy="0"/>
        </a:xfrm>
      </p:grpSpPr>
      <p:sp>
        <p:nvSpPr>
          <p:cNvPr id="466" name="Google Shape;466;g3346804e54d_0_11410"/>
          <p:cNvSpPr txBox="1"/>
          <p:nvPr>
            <p:ph idx="1" type="body"/>
          </p:nvPr>
        </p:nvSpPr>
        <p:spPr>
          <a:xfrm>
            <a:off x="609600" y="5315891"/>
            <a:ext cx="10972800" cy="591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600"/>
              <a:buNone/>
            </a:pPr>
            <a:r>
              <a:rPr lang="en-IN" sz="1600">
                <a:latin typeface="Times New Roman"/>
                <a:ea typeface="Times New Roman"/>
                <a:cs typeface="Times New Roman"/>
                <a:sym typeface="Times New Roman"/>
              </a:rPr>
              <a:t>Description: - It is forgot password page with validation. If the entered details are valid then the forgot password form will send reset link to email otherwise not.</a:t>
            </a:r>
            <a:endParaRPr/>
          </a:p>
        </p:txBody>
      </p:sp>
      <p:sp>
        <p:nvSpPr>
          <p:cNvPr id="467" name="Google Shape;467;g3346804e54d_0_11410"/>
          <p:cNvSpPr/>
          <p:nvPr/>
        </p:nvSpPr>
        <p:spPr>
          <a:xfrm>
            <a:off x="609600" y="385888"/>
            <a:ext cx="10972800" cy="369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Times New Roman"/>
                <a:ea typeface="Times New Roman"/>
                <a:cs typeface="Times New Roman"/>
                <a:sym typeface="Times New Roman"/>
              </a:rPr>
              <a:t>Forget password page with validation</a:t>
            </a:r>
            <a:endParaRPr b="0" i="0" sz="1400" u="none" cap="none" strike="noStrike">
              <a:solidFill>
                <a:srgbClr val="000000"/>
              </a:solidFill>
              <a:latin typeface="Arial"/>
              <a:ea typeface="Arial"/>
              <a:cs typeface="Arial"/>
              <a:sym typeface="Arial"/>
            </a:endParaRPr>
          </a:p>
        </p:txBody>
      </p:sp>
      <p:pic>
        <p:nvPicPr>
          <p:cNvPr id="468" name="Google Shape;468;g3346804e54d_0_11410"/>
          <p:cNvPicPr preferRelativeResize="0"/>
          <p:nvPr/>
        </p:nvPicPr>
        <p:blipFill rotWithShape="1">
          <a:blip r:embed="rId3">
            <a:alphaModFix/>
          </a:blip>
          <a:srcRect b="0" l="0" r="0" t="0"/>
          <a:stretch/>
        </p:blipFill>
        <p:spPr>
          <a:xfrm>
            <a:off x="582505" y="932209"/>
            <a:ext cx="10999896" cy="4119563"/>
          </a:xfrm>
          <a:prstGeom prst="rect">
            <a:avLst/>
          </a:prstGeom>
          <a:noFill/>
          <a:ln>
            <a:noFill/>
          </a:ln>
        </p:spPr>
      </p:pic>
      <p:sp>
        <p:nvSpPr>
          <p:cNvPr id="469" name="Google Shape;469;g3346804e54d_0_11410"/>
          <p:cNvSpPr/>
          <p:nvPr>
            <p:ph idx="12" type="sldNum"/>
          </p:nvPr>
        </p:nvSpPr>
        <p:spPr>
          <a:xfrm>
            <a:off x="10799622" y="6492295"/>
            <a:ext cx="365700" cy="365700"/>
          </a:xfrm>
          <a:prstGeom prst="ellipse">
            <a:avLst/>
          </a:prstGeom>
          <a:solidFill>
            <a:srgbClr val="1D1D1D">
              <a:alpha val="69020"/>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pic>
        <p:nvPicPr>
          <p:cNvPr id="470" name="Google Shape;470;g3346804e54d_0_11410"/>
          <p:cNvPicPr preferRelativeResize="0"/>
          <p:nvPr/>
        </p:nvPicPr>
        <p:blipFill rotWithShape="1">
          <a:blip r:embed="rId4">
            <a:alphaModFix/>
          </a:blip>
          <a:srcRect b="0" l="0" r="0" t="0"/>
          <a:stretch/>
        </p:blipFill>
        <p:spPr>
          <a:xfrm>
            <a:off x="10115550" y="66675"/>
            <a:ext cx="1990726" cy="55811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74" name="Shape 474"/>
        <p:cNvGrpSpPr/>
        <p:nvPr/>
      </p:nvGrpSpPr>
      <p:grpSpPr>
        <a:xfrm>
          <a:off x="0" y="0"/>
          <a:ext cx="0" cy="0"/>
          <a:chOff x="0" y="0"/>
          <a:chExt cx="0" cy="0"/>
        </a:xfrm>
      </p:grpSpPr>
      <p:sp>
        <p:nvSpPr>
          <p:cNvPr id="475" name="Google Shape;475;g3346804e54d_0_14403"/>
          <p:cNvSpPr txBox="1"/>
          <p:nvPr>
            <p:ph idx="1" type="body"/>
          </p:nvPr>
        </p:nvSpPr>
        <p:spPr>
          <a:xfrm>
            <a:off x="582505" y="5352130"/>
            <a:ext cx="10972800" cy="591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600"/>
              <a:buNone/>
            </a:pPr>
            <a:r>
              <a:rPr lang="en-IN" sz="1600">
                <a:latin typeface="Times New Roman"/>
                <a:ea typeface="Times New Roman"/>
                <a:cs typeface="Times New Roman"/>
                <a:sym typeface="Times New Roman"/>
              </a:rPr>
              <a:t>Description: - This is admin dashboard, where admin gets direct link to the particular page and can see product , bid and winners from dashboard.</a:t>
            </a:r>
            <a:endParaRPr/>
          </a:p>
        </p:txBody>
      </p:sp>
      <p:sp>
        <p:nvSpPr>
          <p:cNvPr id="476" name="Google Shape;476;g3346804e54d_0_14403"/>
          <p:cNvSpPr/>
          <p:nvPr/>
        </p:nvSpPr>
        <p:spPr>
          <a:xfrm>
            <a:off x="609600" y="385888"/>
            <a:ext cx="10972800" cy="369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Times New Roman"/>
                <a:ea typeface="Times New Roman"/>
                <a:cs typeface="Times New Roman"/>
                <a:sym typeface="Times New Roman"/>
              </a:rPr>
              <a:t>Admin Dashboard</a:t>
            </a:r>
            <a:endParaRPr b="0" i="0" sz="1400" u="none" cap="none" strike="noStrike">
              <a:solidFill>
                <a:srgbClr val="000000"/>
              </a:solidFill>
              <a:latin typeface="Arial"/>
              <a:ea typeface="Arial"/>
              <a:cs typeface="Arial"/>
              <a:sym typeface="Arial"/>
            </a:endParaRPr>
          </a:p>
        </p:txBody>
      </p:sp>
      <p:pic>
        <p:nvPicPr>
          <p:cNvPr id="477" name="Google Shape;477;g3346804e54d_0_14403"/>
          <p:cNvPicPr preferRelativeResize="0"/>
          <p:nvPr/>
        </p:nvPicPr>
        <p:blipFill rotWithShape="1">
          <a:blip r:embed="rId3">
            <a:alphaModFix/>
          </a:blip>
          <a:srcRect b="0" l="0" r="0" t="0"/>
          <a:stretch/>
        </p:blipFill>
        <p:spPr>
          <a:xfrm>
            <a:off x="582505" y="914400"/>
            <a:ext cx="10999896" cy="4119563"/>
          </a:xfrm>
          <a:prstGeom prst="rect">
            <a:avLst/>
          </a:prstGeom>
          <a:noFill/>
          <a:ln>
            <a:noFill/>
          </a:ln>
        </p:spPr>
      </p:pic>
      <p:sp>
        <p:nvSpPr>
          <p:cNvPr id="478" name="Google Shape;478;g3346804e54d_0_14403"/>
          <p:cNvSpPr/>
          <p:nvPr>
            <p:ph idx="12" type="sldNum"/>
          </p:nvPr>
        </p:nvSpPr>
        <p:spPr>
          <a:xfrm>
            <a:off x="10799622" y="6492295"/>
            <a:ext cx="365700" cy="365700"/>
          </a:xfrm>
          <a:prstGeom prst="ellipse">
            <a:avLst/>
          </a:prstGeom>
          <a:solidFill>
            <a:srgbClr val="1D1D1D">
              <a:alpha val="69020"/>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pic>
        <p:nvPicPr>
          <p:cNvPr id="479" name="Google Shape;479;g3346804e54d_0_14403"/>
          <p:cNvPicPr preferRelativeResize="0"/>
          <p:nvPr/>
        </p:nvPicPr>
        <p:blipFill rotWithShape="1">
          <a:blip r:embed="rId4">
            <a:alphaModFix/>
          </a:blip>
          <a:srcRect b="0" l="0" r="0" t="0"/>
          <a:stretch/>
        </p:blipFill>
        <p:spPr>
          <a:xfrm>
            <a:off x="10115550" y="66675"/>
            <a:ext cx="1990726" cy="55811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83" name="Shape 483"/>
        <p:cNvGrpSpPr/>
        <p:nvPr/>
      </p:nvGrpSpPr>
      <p:grpSpPr>
        <a:xfrm>
          <a:off x="0" y="0"/>
          <a:ext cx="0" cy="0"/>
          <a:chOff x="0" y="0"/>
          <a:chExt cx="0" cy="0"/>
        </a:xfrm>
      </p:grpSpPr>
      <p:sp>
        <p:nvSpPr>
          <p:cNvPr id="484" name="Google Shape;484;g3346804e54d_0_17953"/>
          <p:cNvSpPr/>
          <p:nvPr/>
        </p:nvSpPr>
        <p:spPr>
          <a:xfrm>
            <a:off x="609600" y="385888"/>
            <a:ext cx="10972800" cy="369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g3346804e54d_0_17953"/>
          <p:cNvSpPr/>
          <p:nvPr>
            <p:ph idx="12" type="sldNum"/>
          </p:nvPr>
        </p:nvSpPr>
        <p:spPr>
          <a:xfrm>
            <a:off x="10799627" y="6492300"/>
            <a:ext cx="562500" cy="365700"/>
          </a:xfrm>
          <a:prstGeom prst="ellipse">
            <a:avLst/>
          </a:prstGeom>
          <a:solidFill>
            <a:srgbClr val="1D1D1D">
              <a:alpha val="69020"/>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graphicFrame>
        <p:nvGraphicFramePr>
          <p:cNvPr id="486" name="Google Shape;486;g3346804e54d_0_17953"/>
          <p:cNvGraphicFramePr/>
          <p:nvPr/>
        </p:nvGraphicFramePr>
        <p:xfrm>
          <a:off x="503103" y="1257742"/>
          <a:ext cx="3000000" cy="3000000"/>
        </p:xfrm>
        <a:graphic>
          <a:graphicData uri="http://schemas.openxmlformats.org/drawingml/2006/table">
            <a:tbl>
              <a:tblPr bandRow="1" firstRow="1">
                <a:noFill/>
                <a:tableStyleId>{49A7A708-BC0A-4EE3-89A3-728B4DACB3E8}</a:tableStyleId>
              </a:tblPr>
              <a:tblGrid>
                <a:gridCol w="826725"/>
                <a:gridCol w="2348275"/>
                <a:gridCol w="2216925"/>
                <a:gridCol w="2396625"/>
                <a:gridCol w="2396800"/>
                <a:gridCol w="1244600"/>
              </a:tblGrid>
              <a:tr h="821550">
                <a:tc>
                  <a:txBody>
                    <a:bodyPr/>
                    <a:lstStyle/>
                    <a:p>
                      <a:pPr indent="0" lvl="0" marL="0" marR="0" rtl="0" algn="l">
                        <a:lnSpc>
                          <a:spcPct val="100000"/>
                        </a:lnSpc>
                        <a:spcBef>
                          <a:spcPts val="0"/>
                        </a:spcBef>
                        <a:spcAft>
                          <a:spcPts val="0"/>
                        </a:spcAft>
                        <a:buClr>
                          <a:srgbClr val="000000"/>
                        </a:buClr>
                        <a:buSzPts val="1800"/>
                        <a:buFont typeface="Arial"/>
                        <a:buNone/>
                      </a:pPr>
                      <a:r>
                        <a:rPr b="1" lang="en-IN" sz="1800" u="none" cap="none" strike="noStrike">
                          <a:latin typeface="Times New Roman"/>
                          <a:ea typeface="Times New Roman"/>
                          <a:cs typeface="Times New Roman"/>
                          <a:sym typeface="Times New Roman"/>
                        </a:rPr>
                        <a:t>No.</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Times New Roman"/>
                        <a:buNone/>
                      </a:pPr>
                      <a:r>
                        <a:rPr b="1" lang="en-IN" sz="1800" u="none" cap="none" strike="noStrike">
                          <a:latin typeface="Times New Roman"/>
                          <a:ea typeface="Times New Roman"/>
                          <a:cs typeface="Times New Roman"/>
                          <a:sym typeface="Times New Roman"/>
                        </a:rPr>
                        <a:t>Test Condition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1" lang="en-IN" sz="1800" u="none" cap="none" strike="noStrike">
                          <a:latin typeface="Times New Roman"/>
                          <a:ea typeface="Times New Roman"/>
                          <a:cs typeface="Times New Roman"/>
                          <a:sym typeface="Times New Roman"/>
                        </a:rPr>
                        <a:t>Description</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t/>
                      </a:r>
                      <a:endParaRPr b="1" sz="18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1" lang="en-IN" sz="1800" u="none" cap="none" strike="noStrike">
                          <a:latin typeface="Times New Roman"/>
                          <a:ea typeface="Times New Roman"/>
                          <a:cs typeface="Times New Roman"/>
                          <a:sym typeface="Times New Roman"/>
                        </a:rPr>
                        <a:t>Expected Result</a:t>
                      </a:r>
                      <a:endParaRPr b="1" sz="18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1" lang="en-IN" sz="1800" u="none" cap="none" strike="noStrike">
                          <a:latin typeface="Times New Roman"/>
                          <a:ea typeface="Times New Roman"/>
                          <a:cs typeface="Times New Roman"/>
                          <a:sym typeface="Times New Roman"/>
                        </a:rPr>
                        <a:t>Actual Output</a:t>
                      </a:r>
                      <a:endParaRPr b="1" sz="18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1" lang="en-IN" sz="1800" u="none" cap="none" strike="noStrike">
                          <a:latin typeface="Times New Roman"/>
                          <a:ea typeface="Times New Roman"/>
                          <a:cs typeface="Times New Roman"/>
                          <a:sym typeface="Times New Roman"/>
                        </a:rPr>
                        <a:t>Status</a:t>
                      </a:r>
                      <a:endParaRPr sz="1400" u="none" cap="none" strike="noStrike"/>
                    </a:p>
                  </a:txBody>
                  <a:tcPr marT="45725" marB="45725" marR="91450" marL="91450"/>
                </a:tc>
              </a:tr>
              <a:tr h="994075">
                <a:tc rowSpan="4">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1</a:t>
                      </a:r>
                      <a:endParaRPr sz="1600" u="none" cap="none" strike="noStrike">
                        <a:latin typeface="Times New Roman"/>
                        <a:ea typeface="Times New Roman"/>
                        <a:cs typeface="Times New Roman"/>
                        <a:sym typeface="Times New Roman"/>
                      </a:endParaRPr>
                    </a:p>
                  </a:txBody>
                  <a:tcPr marT="0" marB="0" marR="68575" marL="68575" anchor="ctr"/>
                </a:tc>
                <a:tc rowSpan="4">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Registration</a:t>
                      </a:r>
                      <a:endParaRPr sz="1600" u="none" cap="none" strike="noStrike">
                        <a:latin typeface="Times New Roman"/>
                        <a:ea typeface="Times New Roman"/>
                        <a:cs typeface="Times New Roman"/>
                        <a:sym typeface="Times New Roman"/>
                      </a:endParaRPr>
                    </a:p>
                  </a:txBody>
                  <a:tcPr marT="0" marB="0" marR="68575" marL="68575" anchor="ctr"/>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Click on sign up button without Username</a:t>
                      </a:r>
                      <a:endParaRPr sz="16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System will display validation message</a:t>
                      </a:r>
                      <a:endParaRPr sz="16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System display message like “All fields are required”</a:t>
                      </a:r>
                      <a:endParaRPr sz="16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Pass</a:t>
                      </a:r>
                      <a:endParaRPr sz="1600" u="none" cap="none" strike="noStrike">
                        <a:latin typeface="Times New Roman"/>
                        <a:ea typeface="Times New Roman"/>
                        <a:cs typeface="Times New Roman"/>
                        <a:sym typeface="Times New Roman"/>
                      </a:endParaRPr>
                    </a:p>
                  </a:txBody>
                  <a:tcPr marT="0" marB="0" marR="68575" marL="68575"/>
                </a:tc>
              </a:tr>
              <a:tr h="813200">
                <a:tc vMerge="1"/>
                <a:tc vMerge="1"/>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Click on sign up button without Email</a:t>
                      </a:r>
                      <a:endParaRPr sz="16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System will display validation message</a:t>
                      </a:r>
                      <a:endParaRPr sz="16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System display message like “All fields are required”</a:t>
                      </a:r>
                      <a:endParaRPr sz="16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Pass</a:t>
                      </a:r>
                      <a:endParaRPr sz="1600" u="none" cap="none" strike="noStrike">
                        <a:latin typeface="Times New Roman"/>
                        <a:ea typeface="Times New Roman"/>
                        <a:cs typeface="Times New Roman"/>
                        <a:sym typeface="Times New Roman"/>
                      </a:endParaRPr>
                    </a:p>
                  </a:txBody>
                  <a:tcPr marT="0" marB="0" marR="68575" marL="68575"/>
                </a:tc>
              </a:tr>
              <a:tr h="1051600">
                <a:tc vMerge="1"/>
                <a:tc vMerge="1"/>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Click on sign up button with invalid mobile number </a:t>
                      </a:r>
                      <a:endParaRPr sz="16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System will display validation message</a:t>
                      </a:r>
                      <a:endParaRPr sz="16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System display message like “Enter valid phone number”</a:t>
                      </a:r>
                      <a:endParaRPr sz="16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Pass</a:t>
                      </a:r>
                      <a:endParaRPr sz="1600" u="none" cap="none" strike="noStrike">
                        <a:latin typeface="Times New Roman"/>
                        <a:ea typeface="Times New Roman"/>
                        <a:cs typeface="Times New Roman"/>
                        <a:sym typeface="Times New Roman"/>
                      </a:endParaRPr>
                    </a:p>
                  </a:txBody>
                  <a:tcPr marT="0" marB="0" marR="68575" marL="68575"/>
                </a:tc>
              </a:tr>
              <a:tr h="1051600">
                <a:tc vMerge="1"/>
                <a:tc vMerge="1"/>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Click on sign up button with all valid input data</a:t>
                      </a:r>
                      <a:endParaRPr sz="16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System will register a new user</a:t>
                      </a:r>
                      <a:endParaRPr sz="16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System display message like “Registration successful”</a:t>
                      </a:r>
                      <a:endParaRPr sz="16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Pass</a:t>
                      </a:r>
                      <a:endParaRPr sz="1600" u="none" cap="none" strike="noStrike">
                        <a:latin typeface="Times New Roman"/>
                        <a:ea typeface="Times New Roman"/>
                        <a:cs typeface="Times New Roman"/>
                        <a:sym typeface="Times New Roman"/>
                      </a:endParaRPr>
                    </a:p>
                  </a:txBody>
                  <a:tcPr marT="0" marB="0" marR="68575" marL="68575"/>
                </a:tc>
              </a:tr>
            </a:tbl>
          </a:graphicData>
        </a:graphic>
      </p:graphicFrame>
      <p:sp>
        <p:nvSpPr>
          <p:cNvPr id="487" name="Google Shape;487;g3346804e54d_0_17953"/>
          <p:cNvSpPr txBox="1"/>
          <p:nvPr/>
        </p:nvSpPr>
        <p:spPr>
          <a:xfrm>
            <a:off x="0" y="142450"/>
            <a:ext cx="100596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1" i="0" lang="en-IN" sz="2000" u="sng" cap="none" strike="noStrike">
                <a:solidFill>
                  <a:srgbClr val="262626"/>
                </a:solidFill>
                <a:latin typeface="Times New Roman"/>
                <a:ea typeface="Times New Roman"/>
                <a:cs typeface="Times New Roman"/>
                <a:sym typeface="Times New Roman"/>
              </a:rPr>
              <a:t>12. TESTING</a:t>
            </a:r>
            <a:endParaRPr b="0" i="0" sz="2800" u="none" cap="none" strike="noStrike">
              <a:solidFill>
                <a:srgbClr val="262626"/>
              </a:solidFill>
              <a:latin typeface="Bookman Old Style"/>
              <a:ea typeface="Bookman Old Style"/>
              <a:cs typeface="Bookman Old Style"/>
              <a:sym typeface="Bookman Old Style"/>
            </a:endParaRPr>
          </a:p>
        </p:txBody>
      </p:sp>
      <p:pic>
        <p:nvPicPr>
          <p:cNvPr id="488" name="Google Shape;488;g3346804e54d_0_17953"/>
          <p:cNvPicPr preferRelativeResize="0"/>
          <p:nvPr/>
        </p:nvPicPr>
        <p:blipFill rotWithShape="1">
          <a:blip r:embed="rId3">
            <a:alphaModFix/>
          </a:blip>
          <a:srcRect b="0" l="0" r="0" t="0"/>
          <a:stretch/>
        </p:blipFill>
        <p:spPr>
          <a:xfrm>
            <a:off x="10115550" y="66675"/>
            <a:ext cx="1990726" cy="558114"/>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92" name="Shape 492"/>
        <p:cNvGrpSpPr/>
        <p:nvPr/>
      </p:nvGrpSpPr>
      <p:grpSpPr>
        <a:xfrm>
          <a:off x="0" y="0"/>
          <a:ext cx="0" cy="0"/>
          <a:chOff x="0" y="0"/>
          <a:chExt cx="0" cy="0"/>
        </a:xfrm>
      </p:grpSpPr>
      <p:sp>
        <p:nvSpPr>
          <p:cNvPr id="493" name="Google Shape;493;g3346804e54d_0_17982"/>
          <p:cNvSpPr/>
          <p:nvPr/>
        </p:nvSpPr>
        <p:spPr>
          <a:xfrm>
            <a:off x="609600" y="385888"/>
            <a:ext cx="10972800" cy="369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g3346804e54d_0_17982"/>
          <p:cNvSpPr/>
          <p:nvPr>
            <p:ph idx="12" type="sldNum"/>
          </p:nvPr>
        </p:nvSpPr>
        <p:spPr>
          <a:xfrm>
            <a:off x="10799627" y="6492300"/>
            <a:ext cx="562500" cy="365700"/>
          </a:xfrm>
          <a:prstGeom prst="ellipse">
            <a:avLst/>
          </a:prstGeom>
          <a:solidFill>
            <a:srgbClr val="1D1D1D">
              <a:alpha val="69020"/>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graphicFrame>
        <p:nvGraphicFramePr>
          <p:cNvPr id="495" name="Google Shape;495;g3346804e54d_0_17982"/>
          <p:cNvGraphicFramePr/>
          <p:nvPr/>
        </p:nvGraphicFramePr>
        <p:xfrm>
          <a:off x="381003" y="1066800"/>
          <a:ext cx="3000000" cy="3000000"/>
        </p:xfrm>
        <a:graphic>
          <a:graphicData uri="http://schemas.openxmlformats.org/drawingml/2006/table">
            <a:tbl>
              <a:tblPr bandRow="1" firstRow="1">
                <a:noFill/>
                <a:tableStyleId>{49A7A708-BC0A-4EE3-89A3-728B4DACB3E8}</a:tableStyleId>
              </a:tblPr>
              <a:tblGrid>
                <a:gridCol w="826725"/>
                <a:gridCol w="2348275"/>
                <a:gridCol w="2216925"/>
                <a:gridCol w="2396625"/>
                <a:gridCol w="2295200"/>
                <a:gridCol w="1346200"/>
              </a:tblGrid>
              <a:tr h="876025">
                <a:tc>
                  <a:txBody>
                    <a:bodyPr/>
                    <a:lstStyle/>
                    <a:p>
                      <a:pPr indent="0" lvl="0" marL="0" marR="0" rtl="0" algn="l">
                        <a:lnSpc>
                          <a:spcPct val="100000"/>
                        </a:lnSpc>
                        <a:spcBef>
                          <a:spcPts val="0"/>
                        </a:spcBef>
                        <a:spcAft>
                          <a:spcPts val="0"/>
                        </a:spcAft>
                        <a:buClr>
                          <a:srgbClr val="000000"/>
                        </a:buClr>
                        <a:buSzPts val="1800"/>
                        <a:buFont typeface="Arial"/>
                        <a:buNone/>
                      </a:pPr>
                      <a:r>
                        <a:rPr b="1" lang="en-IN" sz="1800" u="none" cap="none" strike="noStrike">
                          <a:latin typeface="Times New Roman"/>
                          <a:ea typeface="Times New Roman"/>
                          <a:cs typeface="Times New Roman"/>
                          <a:sym typeface="Times New Roman"/>
                        </a:rPr>
                        <a:t>No.</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Times New Roman"/>
                        <a:buNone/>
                      </a:pPr>
                      <a:r>
                        <a:rPr b="1" lang="en-IN" sz="1800" u="none" cap="none" strike="noStrike">
                          <a:latin typeface="Times New Roman"/>
                          <a:ea typeface="Times New Roman"/>
                          <a:cs typeface="Times New Roman"/>
                          <a:sym typeface="Times New Roman"/>
                        </a:rPr>
                        <a:t>Test Condition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1" lang="en-IN" sz="1800" u="none" cap="none" strike="noStrike">
                          <a:latin typeface="Times New Roman"/>
                          <a:ea typeface="Times New Roman"/>
                          <a:cs typeface="Times New Roman"/>
                          <a:sym typeface="Times New Roman"/>
                        </a:rPr>
                        <a:t>Description</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t/>
                      </a:r>
                      <a:endParaRPr b="1" sz="18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1" lang="en-IN" sz="1800" u="none" cap="none" strike="noStrike">
                          <a:latin typeface="Times New Roman"/>
                          <a:ea typeface="Times New Roman"/>
                          <a:cs typeface="Times New Roman"/>
                          <a:sym typeface="Times New Roman"/>
                        </a:rPr>
                        <a:t>Expected Result</a:t>
                      </a:r>
                      <a:endParaRPr b="1" sz="18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1" lang="en-IN" sz="1800" u="none" cap="none" strike="noStrike">
                          <a:latin typeface="Times New Roman"/>
                          <a:ea typeface="Times New Roman"/>
                          <a:cs typeface="Times New Roman"/>
                          <a:sym typeface="Times New Roman"/>
                        </a:rPr>
                        <a:t>Actual Output</a:t>
                      </a:r>
                      <a:endParaRPr b="1" sz="18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1" lang="en-IN" sz="1800" u="none" cap="none" strike="noStrike">
                          <a:latin typeface="Times New Roman"/>
                          <a:ea typeface="Times New Roman"/>
                          <a:cs typeface="Times New Roman"/>
                          <a:sym typeface="Times New Roman"/>
                        </a:rPr>
                        <a:t>Status</a:t>
                      </a:r>
                      <a:endParaRPr sz="1400" u="none" cap="none" strike="noStrike"/>
                    </a:p>
                  </a:txBody>
                  <a:tcPr marT="45725" marB="45725" marR="91450" marL="91450"/>
                </a:tc>
              </a:tr>
              <a:tr h="1401625">
                <a:tc rowSpan="3">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2</a:t>
                      </a:r>
                      <a:endParaRPr sz="1600" u="none" cap="none" strike="noStrike">
                        <a:latin typeface="Times New Roman"/>
                        <a:ea typeface="Times New Roman"/>
                        <a:cs typeface="Times New Roman"/>
                        <a:sym typeface="Times New Roman"/>
                      </a:endParaRPr>
                    </a:p>
                  </a:txBody>
                  <a:tcPr marT="0" marB="0" marR="68575" marL="68575" anchor="ctr"/>
                </a:tc>
                <a:tc rowSpan="3">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Login</a:t>
                      </a:r>
                      <a:endParaRPr sz="1600" u="none" cap="none" strike="noStrike">
                        <a:latin typeface="Times New Roman"/>
                        <a:ea typeface="Times New Roman"/>
                        <a:cs typeface="Times New Roman"/>
                        <a:sym typeface="Times New Roman"/>
                      </a:endParaRPr>
                    </a:p>
                  </a:txBody>
                  <a:tcPr marT="0" marB="0" marR="68575" marL="68575" anchor="ctr"/>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Non-Registered user</a:t>
                      </a:r>
                      <a:endParaRPr sz="16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System will not allow </a:t>
                      </a:r>
                      <a:endParaRPr sz="16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Non-Registered user to login</a:t>
                      </a:r>
                      <a:endParaRPr sz="16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System will display validation message like “Can’t find user”</a:t>
                      </a:r>
                      <a:endParaRPr sz="16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Pass</a:t>
                      </a:r>
                      <a:endParaRPr sz="1600" u="none" cap="none" strike="noStrike">
                        <a:latin typeface="Times New Roman"/>
                        <a:ea typeface="Times New Roman"/>
                        <a:cs typeface="Times New Roman"/>
                        <a:sym typeface="Times New Roman"/>
                      </a:endParaRPr>
                    </a:p>
                  </a:txBody>
                  <a:tcPr marT="0" marB="0" marR="68575" marL="68575"/>
                </a:tc>
              </a:tr>
              <a:tr h="1401625">
                <a:tc vMerge="1"/>
                <a:tc vMerge="1"/>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Click on login button with invalid email and password</a:t>
                      </a:r>
                      <a:endParaRPr sz="16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System will not allow user to login</a:t>
                      </a:r>
                      <a:endParaRPr sz="16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 </a:t>
                      </a:r>
                      <a:endParaRPr sz="16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System will display validation message like “Invalid login details”</a:t>
                      </a:r>
                      <a:endParaRPr sz="16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Pass</a:t>
                      </a:r>
                      <a:endParaRPr sz="1600" u="none" cap="none" strike="noStrike">
                        <a:latin typeface="Times New Roman"/>
                        <a:ea typeface="Times New Roman"/>
                        <a:cs typeface="Times New Roman"/>
                        <a:sym typeface="Times New Roman"/>
                      </a:endParaRPr>
                    </a:p>
                  </a:txBody>
                  <a:tcPr marT="0" marB="0" marR="68575" marL="68575"/>
                </a:tc>
              </a:tr>
              <a:tr h="1121300">
                <a:tc vMerge="1"/>
                <a:tc vMerge="1"/>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Click on login button </a:t>
                      </a:r>
                      <a:endParaRPr sz="16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with valid email and password</a:t>
                      </a:r>
                      <a:endParaRPr sz="16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System will allow to login</a:t>
                      </a:r>
                      <a:endParaRPr sz="16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System will display validation message like “Login successful”</a:t>
                      </a:r>
                      <a:endParaRPr sz="16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Pass</a:t>
                      </a:r>
                      <a:endParaRPr sz="1600" u="none" cap="none" strike="noStrike">
                        <a:latin typeface="Times New Roman"/>
                        <a:ea typeface="Times New Roman"/>
                        <a:cs typeface="Times New Roman"/>
                        <a:sym typeface="Times New Roman"/>
                      </a:endParaRPr>
                    </a:p>
                  </a:txBody>
                  <a:tcPr marT="0" marB="0" marR="68575" marL="68575"/>
                </a:tc>
              </a:tr>
            </a:tbl>
          </a:graphicData>
        </a:graphic>
      </p:graphicFrame>
      <p:pic>
        <p:nvPicPr>
          <p:cNvPr id="496" name="Google Shape;496;g3346804e54d_0_17982"/>
          <p:cNvPicPr preferRelativeResize="0"/>
          <p:nvPr/>
        </p:nvPicPr>
        <p:blipFill rotWithShape="1">
          <a:blip r:embed="rId3">
            <a:alphaModFix/>
          </a:blip>
          <a:srcRect b="0" l="0" r="0" t="0"/>
          <a:stretch/>
        </p:blipFill>
        <p:spPr>
          <a:xfrm>
            <a:off x="10115550" y="66675"/>
            <a:ext cx="1990726" cy="558114"/>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00" name="Shape 500"/>
        <p:cNvGrpSpPr/>
        <p:nvPr/>
      </p:nvGrpSpPr>
      <p:grpSpPr>
        <a:xfrm>
          <a:off x="0" y="0"/>
          <a:ext cx="0" cy="0"/>
          <a:chOff x="0" y="0"/>
          <a:chExt cx="0" cy="0"/>
        </a:xfrm>
      </p:grpSpPr>
      <p:sp>
        <p:nvSpPr>
          <p:cNvPr id="501" name="Google Shape;501;g3346804e54d_0_18000"/>
          <p:cNvSpPr/>
          <p:nvPr/>
        </p:nvSpPr>
        <p:spPr>
          <a:xfrm>
            <a:off x="609600" y="385888"/>
            <a:ext cx="10972800" cy="369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g3346804e54d_0_18000"/>
          <p:cNvSpPr/>
          <p:nvPr>
            <p:ph idx="12" type="sldNum"/>
          </p:nvPr>
        </p:nvSpPr>
        <p:spPr>
          <a:xfrm>
            <a:off x="10799627" y="6492300"/>
            <a:ext cx="562500" cy="365700"/>
          </a:xfrm>
          <a:prstGeom prst="ellipse">
            <a:avLst/>
          </a:prstGeom>
          <a:solidFill>
            <a:srgbClr val="1D1D1D">
              <a:alpha val="69020"/>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graphicFrame>
        <p:nvGraphicFramePr>
          <p:cNvPr id="503" name="Google Shape;503;g3346804e54d_0_18000"/>
          <p:cNvGraphicFramePr/>
          <p:nvPr/>
        </p:nvGraphicFramePr>
        <p:xfrm>
          <a:off x="355600" y="1066800"/>
          <a:ext cx="3000000" cy="3000000"/>
        </p:xfrm>
        <a:graphic>
          <a:graphicData uri="http://schemas.openxmlformats.org/drawingml/2006/table">
            <a:tbl>
              <a:tblPr bandRow="1" firstRow="1">
                <a:noFill/>
                <a:tableStyleId>{49A7A708-BC0A-4EE3-89A3-728B4DACB3E8}</a:tableStyleId>
              </a:tblPr>
              <a:tblGrid>
                <a:gridCol w="830400"/>
                <a:gridCol w="2292775"/>
                <a:gridCol w="2292775"/>
                <a:gridCol w="2407300"/>
                <a:gridCol w="2387600"/>
                <a:gridCol w="1270000"/>
              </a:tblGrid>
              <a:tr h="886050">
                <a:tc>
                  <a:txBody>
                    <a:bodyPr/>
                    <a:lstStyle/>
                    <a:p>
                      <a:pPr indent="0" lvl="0" marL="0" marR="0" rtl="0" algn="l">
                        <a:lnSpc>
                          <a:spcPct val="100000"/>
                        </a:lnSpc>
                        <a:spcBef>
                          <a:spcPts val="0"/>
                        </a:spcBef>
                        <a:spcAft>
                          <a:spcPts val="0"/>
                        </a:spcAft>
                        <a:buClr>
                          <a:srgbClr val="000000"/>
                        </a:buClr>
                        <a:buSzPts val="1800"/>
                        <a:buFont typeface="Arial"/>
                        <a:buNone/>
                      </a:pPr>
                      <a:r>
                        <a:rPr b="1" lang="en-IN" sz="1800" u="none" cap="none" strike="noStrike">
                          <a:latin typeface="Times New Roman"/>
                          <a:ea typeface="Times New Roman"/>
                          <a:cs typeface="Times New Roman"/>
                          <a:sym typeface="Times New Roman"/>
                        </a:rPr>
                        <a:t>No.</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Times New Roman"/>
                        <a:buNone/>
                      </a:pPr>
                      <a:r>
                        <a:rPr b="1" lang="en-IN" sz="1800" u="none" cap="none" strike="noStrike">
                          <a:latin typeface="Times New Roman"/>
                          <a:ea typeface="Times New Roman"/>
                          <a:cs typeface="Times New Roman"/>
                          <a:sym typeface="Times New Roman"/>
                        </a:rPr>
                        <a:t>Test Condition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1" lang="en-IN" sz="1800" u="none" cap="none" strike="noStrike">
                          <a:latin typeface="Times New Roman"/>
                          <a:ea typeface="Times New Roman"/>
                          <a:cs typeface="Times New Roman"/>
                          <a:sym typeface="Times New Roman"/>
                        </a:rPr>
                        <a:t>Description</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t/>
                      </a:r>
                      <a:endParaRPr b="1" sz="18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1" lang="en-IN" sz="1800" u="none" cap="none" strike="noStrike">
                          <a:latin typeface="Times New Roman"/>
                          <a:ea typeface="Times New Roman"/>
                          <a:cs typeface="Times New Roman"/>
                          <a:sym typeface="Times New Roman"/>
                        </a:rPr>
                        <a:t>Expected Result</a:t>
                      </a:r>
                      <a:endParaRPr b="1" sz="18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1" lang="en-IN" sz="1800" u="none" cap="none" strike="noStrike">
                          <a:latin typeface="Times New Roman"/>
                          <a:ea typeface="Times New Roman"/>
                          <a:cs typeface="Times New Roman"/>
                          <a:sym typeface="Times New Roman"/>
                        </a:rPr>
                        <a:t>Actual Output</a:t>
                      </a:r>
                      <a:endParaRPr b="1" sz="18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1" lang="en-IN" sz="1800" u="none" cap="none" strike="noStrike">
                          <a:latin typeface="Times New Roman"/>
                          <a:ea typeface="Times New Roman"/>
                          <a:cs typeface="Times New Roman"/>
                          <a:sym typeface="Times New Roman"/>
                        </a:rPr>
                        <a:t>Status</a:t>
                      </a:r>
                      <a:endParaRPr sz="1400" u="none" cap="none" strike="noStrike"/>
                    </a:p>
                  </a:txBody>
                  <a:tcPr marT="45725" marB="45725" marR="91450" marL="91450"/>
                </a:tc>
              </a:tr>
              <a:tr h="1417675">
                <a:tc rowSpan="3">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3.</a:t>
                      </a:r>
                      <a:endParaRPr sz="1600" u="none" cap="none" strike="noStrike">
                        <a:latin typeface="Times New Roman"/>
                        <a:ea typeface="Times New Roman"/>
                        <a:cs typeface="Times New Roman"/>
                        <a:sym typeface="Times New Roman"/>
                      </a:endParaRPr>
                    </a:p>
                  </a:txBody>
                  <a:tcPr marT="0" marB="0" marR="68575" marL="68575" anchor="ctr"/>
                </a:tc>
                <a:tc rowSpan="3">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Forget Password</a:t>
                      </a:r>
                      <a:endParaRPr sz="1600" u="none" cap="none" strike="noStrike">
                        <a:latin typeface="Times New Roman"/>
                        <a:ea typeface="Times New Roman"/>
                        <a:cs typeface="Times New Roman"/>
                        <a:sym typeface="Times New Roman"/>
                      </a:endParaRPr>
                    </a:p>
                  </a:txBody>
                  <a:tcPr marT="0" marB="0" marR="68575" marL="68575" anchor="ctr"/>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Click on reset password button without email</a:t>
                      </a:r>
                      <a:endParaRPr sz="16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System will display validation message</a:t>
                      </a:r>
                      <a:endParaRPr sz="16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System display message like “Email is required”</a:t>
                      </a:r>
                      <a:endParaRPr sz="16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Pass</a:t>
                      </a:r>
                      <a:endParaRPr sz="1600" u="none" cap="none" strike="noStrike">
                        <a:latin typeface="Times New Roman"/>
                        <a:ea typeface="Times New Roman"/>
                        <a:cs typeface="Times New Roman"/>
                        <a:sym typeface="Times New Roman"/>
                      </a:endParaRPr>
                    </a:p>
                  </a:txBody>
                  <a:tcPr marT="0" marB="0" marR="68575" marL="68575"/>
                </a:tc>
              </a:tr>
              <a:tr h="1134150">
                <a:tc vMerge="1"/>
                <a:tc vMerge="1"/>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Click on reset password button with wrong email</a:t>
                      </a:r>
                      <a:endParaRPr sz="16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System will display validation message</a:t>
                      </a:r>
                      <a:endParaRPr sz="16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System display message like “Email doesn't exist!”</a:t>
                      </a:r>
                      <a:endParaRPr sz="16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Pass</a:t>
                      </a:r>
                      <a:endParaRPr sz="1600" u="none" cap="none" strike="noStrike">
                        <a:latin typeface="Times New Roman"/>
                        <a:ea typeface="Times New Roman"/>
                        <a:cs typeface="Times New Roman"/>
                        <a:sym typeface="Times New Roman"/>
                      </a:endParaRPr>
                    </a:p>
                  </a:txBody>
                  <a:tcPr marT="0" marB="0" marR="68575" marL="68575"/>
                </a:tc>
              </a:tr>
              <a:tr h="1134150">
                <a:tc vMerge="1"/>
                <a:tc vMerge="1"/>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Click on reset password button with valid email</a:t>
                      </a:r>
                      <a:endParaRPr sz="16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System will allow to send reset link to email</a:t>
                      </a:r>
                      <a:endParaRPr sz="16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System display message like “Reset password link send to email”</a:t>
                      </a:r>
                      <a:endParaRPr sz="16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Pass</a:t>
                      </a:r>
                      <a:endParaRPr sz="1600" u="none" cap="none" strike="noStrike">
                        <a:latin typeface="Times New Roman"/>
                        <a:ea typeface="Times New Roman"/>
                        <a:cs typeface="Times New Roman"/>
                        <a:sym typeface="Times New Roman"/>
                      </a:endParaRPr>
                    </a:p>
                  </a:txBody>
                  <a:tcPr marT="0" marB="0" marR="68575" marL="68575"/>
                </a:tc>
              </a:tr>
            </a:tbl>
          </a:graphicData>
        </a:graphic>
      </p:graphicFrame>
      <p:pic>
        <p:nvPicPr>
          <p:cNvPr id="504" name="Google Shape;504;g3346804e54d_0_18000"/>
          <p:cNvPicPr preferRelativeResize="0"/>
          <p:nvPr/>
        </p:nvPicPr>
        <p:blipFill rotWithShape="1">
          <a:blip r:embed="rId3">
            <a:alphaModFix/>
          </a:blip>
          <a:srcRect b="0" l="0" r="0" t="0"/>
          <a:stretch/>
        </p:blipFill>
        <p:spPr>
          <a:xfrm>
            <a:off x="10115550" y="66675"/>
            <a:ext cx="1990726" cy="558114"/>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08" name="Shape 508"/>
        <p:cNvGrpSpPr/>
        <p:nvPr/>
      </p:nvGrpSpPr>
      <p:grpSpPr>
        <a:xfrm>
          <a:off x="0" y="0"/>
          <a:ext cx="0" cy="0"/>
          <a:chOff x="0" y="0"/>
          <a:chExt cx="0" cy="0"/>
        </a:xfrm>
      </p:grpSpPr>
      <p:sp>
        <p:nvSpPr>
          <p:cNvPr id="509" name="Google Shape;509;g3346804e54d_0_18006"/>
          <p:cNvSpPr/>
          <p:nvPr/>
        </p:nvSpPr>
        <p:spPr>
          <a:xfrm>
            <a:off x="609600" y="385888"/>
            <a:ext cx="10972800" cy="369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g3346804e54d_0_18006"/>
          <p:cNvSpPr/>
          <p:nvPr>
            <p:ph idx="12" type="sldNum"/>
          </p:nvPr>
        </p:nvSpPr>
        <p:spPr>
          <a:xfrm>
            <a:off x="10799627" y="6492300"/>
            <a:ext cx="562500" cy="365700"/>
          </a:xfrm>
          <a:prstGeom prst="ellipse">
            <a:avLst/>
          </a:prstGeom>
          <a:solidFill>
            <a:srgbClr val="1D1D1D">
              <a:alpha val="69020"/>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graphicFrame>
        <p:nvGraphicFramePr>
          <p:cNvPr id="511" name="Google Shape;511;g3346804e54d_0_18006"/>
          <p:cNvGraphicFramePr/>
          <p:nvPr/>
        </p:nvGraphicFramePr>
        <p:xfrm>
          <a:off x="355599" y="1059180"/>
          <a:ext cx="3000000" cy="3000000"/>
        </p:xfrm>
        <a:graphic>
          <a:graphicData uri="http://schemas.openxmlformats.org/drawingml/2006/table">
            <a:tbl>
              <a:tblPr bandRow="1" firstRow="1">
                <a:noFill/>
                <a:tableStyleId>{49A7A708-BC0A-4EE3-89A3-728B4DACB3E8}</a:tableStyleId>
              </a:tblPr>
              <a:tblGrid>
                <a:gridCol w="830400"/>
                <a:gridCol w="2292775"/>
                <a:gridCol w="2292775"/>
                <a:gridCol w="2407300"/>
                <a:gridCol w="2235200"/>
                <a:gridCol w="1422400"/>
              </a:tblGrid>
              <a:tr h="877400">
                <a:tc>
                  <a:txBody>
                    <a:bodyPr/>
                    <a:lstStyle/>
                    <a:p>
                      <a:pPr indent="0" lvl="0" marL="0" marR="0" rtl="0" algn="l">
                        <a:lnSpc>
                          <a:spcPct val="100000"/>
                        </a:lnSpc>
                        <a:spcBef>
                          <a:spcPts val="0"/>
                        </a:spcBef>
                        <a:spcAft>
                          <a:spcPts val="0"/>
                        </a:spcAft>
                        <a:buClr>
                          <a:srgbClr val="000000"/>
                        </a:buClr>
                        <a:buSzPts val="1800"/>
                        <a:buFont typeface="Arial"/>
                        <a:buNone/>
                      </a:pPr>
                      <a:r>
                        <a:rPr b="1" lang="en-IN" sz="1800" u="none" cap="none" strike="noStrike">
                          <a:latin typeface="Times New Roman"/>
                          <a:ea typeface="Times New Roman"/>
                          <a:cs typeface="Times New Roman"/>
                          <a:sym typeface="Times New Roman"/>
                        </a:rPr>
                        <a:t>No.</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Times New Roman"/>
                        <a:buNone/>
                      </a:pPr>
                      <a:r>
                        <a:rPr b="1" lang="en-IN" sz="1800" u="none" cap="none" strike="noStrike">
                          <a:latin typeface="Times New Roman"/>
                          <a:ea typeface="Times New Roman"/>
                          <a:cs typeface="Times New Roman"/>
                          <a:sym typeface="Times New Roman"/>
                        </a:rPr>
                        <a:t>Test Condition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1" lang="en-IN" sz="1800" u="none" cap="none" strike="noStrike">
                          <a:latin typeface="Times New Roman"/>
                          <a:ea typeface="Times New Roman"/>
                          <a:cs typeface="Times New Roman"/>
                          <a:sym typeface="Times New Roman"/>
                        </a:rPr>
                        <a:t>Description</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t/>
                      </a:r>
                      <a:endParaRPr b="1" sz="18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1" lang="en-IN" sz="1800" u="none" cap="none" strike="noStrike">
                          <a:latin typeface="Times New Roman"/>
                          <a:ea typeface="Times New Roman"/>
                          <a:cs typeface="Times New Roman"/>
                          <a:sym typeface="Times New Roman"/>
                        </a:rPr>
                        <a:t>Expected Result</a:t>
                      </a:r>
                      <a:endParaRPr b="1" sz="18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1" lang="en-IN" sz="1800" u="none" cap="none" strike="noStrike">
                          <a:latin typeface="Times New Roman"/>
                          <a:ea typeface="Times New Roman"/>
                          <a:cs typeface="Times New Roman"/>
                          <a:sym typeface="Times New Roman"/>
                        </a:rPr>
                        <a:t>Actual Output</a:t>
                      </a:r>
                      <a:endParaRPr b="1" sz="18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1" lang="en-IN" sz="1800" u="none" cap="none" strike="noStrike">
                          <a:latin typeface="Times New Roman"/>
                          <a:ea typeface="Times New Roman"/>
                          <a:cs typeface="Times New Roman"/>
                          <a:sym typeface="Times New Roman"/>
                        </a:rPr>
                        <a:t>Status</a:t>
                      </a:r>
                      <a:endParaRPr sz="1400" u="none" cap="none" strike="noStrike"/>
                    </a:p>
                  </a:txBody>
                  <a:tcPr marT="45725" marB="45725" marR="91450" marL="91450"/>
                </a:tc>
              </a:tr>
              <a:tr h="1403850">
                <a:tc rowSpan="3">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4.</a:t>
                      </a:r>
                      <a:endParaRPr sz="1600" u="none" cap="none" strike="noStrike">
                        <a:latin typeface="Times New Roman"/>
                        <a:ea typeface="Times New Roman"/>
                        <a:cs typeface="Times New Roman"/>
                        <a:sym typeface="Times New Roman"/>
                      </a:endParaRPr>
                    </a:p>
                  </a:txBody>
                  <a:tcPr marT="0" marB="0" marR="68575" marL="68575" anchor="ctr"/>
                </a:tc>
                <a:tc rowSpan="3">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Add Bid</a:t>
                      </a:r>
                      <a:endParaRPr sz="1600" u="none" cap="none" strike="noStrike">
                        <a:latin typeface="Times New Roman"/>
                        <a:ea typeface="Times New Roman"/>
                        <a:cs typeface="Times New Roman"/>
                        <a:sym typeface="Times New Roman"/>
                      </a:endParaRPr>
                    </a:p>
                  </a:txBody>
                  <a:tcPr marT="0" marB="0" marR="68575" marL="68575" anchor="ctr"/>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Click on add bid button without bid amount and user is logged in as bidder.</a:t>
                      </a:r>
                      <a:endParaRPr sz="16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System will display validation message</a:t>
                      </a:r>
                      <a:endParaRPr sz="16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System display message like “Please enter your bid amount”</a:t>
                      </a:r>
                      <a:endParaRPr sz="16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Pass</a:t>
                      </a:r>
                      <a:endParaRPr sz="1600" u="none" cap="none" strike="noStrike">
                        <a:latin typeface="Times New Roman"/>
                        <a:ea typeface="Times New Roman"/>
                        <a:cs typeface="Times New Roman"/>
                        <a:sym typeface="Times New Roman"/>
                      </a:endParaRPr>
                    </a:p>
                  </a:txBody>
                  <a:tcPr marT="0" marB="0" marR="68575" marL="68575"/>
                </a:tc>
              </a:tr>
              <a:tr h="1403850">
                <a:tc vMerge="1"/>
                <a:tc vMerge="1"/>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Click on add bid button without / with bid amount and user is not logged in as bidder</a:t>
                      </a:r>
                      <a:endParaRPr sz="16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System will display validation message</a:t>
                      </a:r>
                      <a:endParaRPr sz="16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System display message like “You have to be logged in as bidder to add bid”</a:t>
                      </a:r>
                      <a:endParaRPr sz="16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Pass</a:t>
                      </a:r>
                      <a:endParaRPr sz="1600" u="none" cap="none" strike="noStrike">
                        <a:latin typeface="Times New Roman"/>
                        <a:ea typeface="Times New Roman"/>
                        <a:cs typeface="Times New Roman"/>
                        <a:sym typeface="Times New Roman"/>
                      </a:endParaRPr>
                    </a:p>
                  </a:txBody>
                  <a:tcPr marT="0" marB="0" marR="68575" marL="68575"/>
                </a:tc>
              </a:tr>
              <a:tr h="1123100">
                <a:tc vMerge="1"/>
                <a:tc vMerge="1"/>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Click on add bid button with bid amount and user is logged in as bidder</a:t>
                      </a:r>
                      <a:endParaRPr sz="16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System will allow to add bid</a:t>
                      </a:r>
                      <a:endParaRPr sz="16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System display message like “Bid added successfully”</a:t>
                      </a:r>
                      <a:endParaRPr sz="16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Pass</a:t>
                      </a:r>
                      <a:endParaRPr sz="1600" u="none" cap="none" strike="noStrike">
                        <a:latin typeface="Times New Roman"/>
                        <a:ea typeface="Times New Roman"/>
                        <a:cs typeface="Times New Roman"/>
                        <a:sym typeface="Times New Roman"/>
                      </a:endParaRPr>
                    </a:p>
                  </a:txBody>
                  <a:tcPr marT="0" marB="0" marR="68575" marL="68575"/>
                </a:tc>
              </a:tr>
            </a:tbl>
          </a:graphicData>
        </a:graphic>
      </p:graphicFrame>
      <p:pic>
        <p:nvPicPr>
          <p:cNvPr id="512" name="Google Shape;512;g3346804e54d_0_18006"/>
          <p:cNvPicPr preferRelativeResize="0"/>
          <p:nvPr/>
        </p:nvPicPr>
        <p:blipFill rotWithShape="1">
          <a:blip r:embed="rId3">
            <a:alphaModFix/>
          </a:blip>
          <a:srcRect b="0" l="0" r="0" t="0"/>
          <a:stretch/>
        </p:blipFill>
        <p:spPr>
          <a:xfrm>
            <a:off x="10115550" y="66675"/>
            <a:ext cx="1990726" cy="558114"/>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16" name="Shape 516"/>
        <p:cNvGrpSpPr/>
        <p:nvPr/>
      </p:nvGrpSpPr>
      <p:grpSpPr>
        <a:xfrm>
          <a:off x="0" y="0"/>
          <a:ext cx="0" cy="0"/>
          <a:chOff x="0" y="0"/>
          <a:chExt cx="0" cy="0"/>
        </a:xfrm>
      </p:grpSpPr>
      <p:sp>
        <p:nvSpPr>
          <p:cNvPr id="517" name="Google Shape;517;g3346804e54d_0_18011"/>
          <p:cNvSpPr/>
          <p:nvPr/>
        </p:nvSpPr>
        <p:spPr>
          <a:xfrm>
            <a:off x="609600" y="385888"/>
            <a:ext cx="10972800" cy="369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g3346804e54d_0_18011"/>
          <p:cNvSpPr/>
          <p:nvPr>
            <p:ph idx="12" type="sldNum"/>
          </p:nvPr>
        </p:nvSpPr>
        <p:spPr>
          <a:xfrm>
            <a:off x="10799627" y="6492300"/>
            <a:ext cx="562500" cy="365700"/>
          </a:xfrm>
          <a:prstGeom prst="ellipse">
            <a:avLst/>
          </a:prstGeom>
          <a:solidFill>
            <a:srgbClr val="1D1D1D">
              <a:alpha val="69020"/>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graphicFrame>
        <p:nvGraphicFramePr>
          <p:cNvPr id="519" name="Google Shape;519;g3346804e54d_0_18011"/>
          <p:cNvGraphicFramePr/>
          <p:nvPr/>
        </p:nvGraphicFramePr>
        <p:xfrm>
          <a:off x="355574" y="1097350"/>
          <a:ext cx="3000000" cy="3000000"/>
        </p:xfrm>
        <a:graphic>
          <a:graphicData uri="http://schemas.openxmlformats.org/drawingml/2006/table">
            <a:tbl>
              <a:tblPr bandRow="1" firstRow="1">
                <a:noFill/>
                <a:tableStyleId>{49A7A708-BC0A-4EE3-89A3-728B4DACB3E8}</a:tableStyleId>
              </a:tblPr>
              <a:tblGrid>
                <a:gridCol w="830400"/>
                <a:gridCol w="2292775"/>
                <a:gridCol w="2292775"/>
                <a:gridCol w="2407300"/>
                <a:gridCol w="2286000"/>
                <a:gridCol w="1371600"/>
              </a:tblGrid>
              <a:tr h="762000">
                <a:tc>
                  <a:txBody>
                    <a:bodyPr/>
                    <a:lstStyle/>
                    <a:p>
                      <a:pPr indent="0" lvl="0" marL="0" marR="0" rtl="0" algn="l">
                        <a:lnSpc>
                          <a:spcPct val="100000"/>
                        </a:lnSpc>
                        <a:spcBef>
                          <a:spcPts val="0"/>
                        </a:spcBef>
                        <a:spcAft>
                          <a:spcPts val="0"/>
                        </a:spcAft>
                        <a:buClr>
                          <a:srgbClr val="000000"/>
                        </a:buClr>
                        <a:buSzPts val="1800"/>
                        <a:buFont typeface="Arial"/>
                        <a:buNone/>
                      </a:pPr>
                      <a:r>
                        <a:rPr b="1" lang="en-IN" sz="1800" u="none" cap="none" strike="noStrike">
                          <a:latin typeface="Times New Roman"/>
                          <a:ea typeface="Times New Roman"/>
                          <a:cs typeface="Times New Roman"/>
                          <a:sym typeface="Times New Roman"/>
                        </a:rPr>
                        <a:t>No.</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Times New Roman"/>
                        <a:buNone/>
                      </a:pPr>
                      <a:r>
                        <a:rPr b="1" lang="en-IN" sz="1800" u="none" cap="none" strike="noStrike">
                          <a:latin typeface="Times New Roman"/>
                          <a:ea typeface="Times New Roman"/>
                          <a:cs typeface="Times New Roman"/>
                          <a:sym typeface="Times New Roman"/>
                        </a:rPr>
                        <a:t>Test Condition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1" lang="en-IN" sz="1800" u="none" cap="none" strike="noStrike">
                          <a:latin typeface="Times New Roman"/>
                          <a:ea typeface="Times New Roman"/>
                          <a:cs typeface="Times New Roman"/>
                          <a:sym typeface="Times New Roman"/>
                        </a:rPr>
                        <a:t>Description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1" lang="en-IN" sz="1800" u="none" cap="none" strike="noStrike">
                          <a:latin typeface="Times New Roman"/>
                          <a:ea typeface="Times New Roman"/>
                          <a:cs typeface="Times New Roman"/>
                          <a:sym typeface="Times New Roman"/>
                        </a:rPr>
                        <a:t>Expected Result</a:t>
                      </a:r>
                      <a:endParaRPr b="1" sz="18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1" lang="en-IN" sz="1800" u="none" cap="none" strike="noStrike">
                          <a:latin typeface="Times New Roman"/>
                          <a:ea typeface="Times New Roman"/>
                          <a:cs typeface="Times New Roman"/>
                          <a:sym typeface="Times New Roman"/>
                        </a:rPr>
                        <a:t>Actual Output</a:t>
                      </a:r>
                      <a:endParaRPr b="1" sz="18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1" lang="en-IN" sz="1800" u="none" cap="none" strike="noStrike">
                          <a:latin typeface="Times New Roman"/>
                          <a:ea typeface="Times New Roman"/>
                          <a:cs typeface="Times New Roman"/>
                          <a:sym typeface="Times New Roman"/>
                        </a:rPr>
                        <a:t>Status</a:t>
                      </a:r>
                      <a:endParaRPr sz="1400" u="none" cap="none" strike="noStrike"/>
                    </a:p>
                  </a:txBody>
                  <a:tcPr marT="45725" marB="45725" marR="91450" marL="91450"/>
                </a:tc>
              </a:tr>
              <a:tr h="1219200">
                <a:tc rowSpan="4">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latin typeface="Times New Roman"/>
                          <a:ea typeface="Times New Roman"/>
                          <a:cs typeface="Times New Roman"/>
                          <a:sym typeface="Times New Roman"/>
                        </a:rPr>
                        <a:t>5.</a:t>
                      </a:r>
                      <a:endParaRPr sz="1400" u="none" cap="none" strike="noStrike"/>
                    </a:p>
                  </a:txBody>
                  <a:tcPr marT="0" marB="0" marR="68575" marL="68575" anchor="ctr"/>
                </a:tc>
                <a:tc rowSpan="4">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latin typeface="Times New Roman"/>
                          <a:ea typeface="Times New Roman"/>
                          <a:cs typeface="Times New Roman"/>
                          <a:sym typeface="Times New Roman"/>
                        </a:rPr>
                        <a:t>Update Profile</a:t>
                      </a:r>
                      <a:endParaRPr sz="1400" u="none" cap="none" strike="noStrike"/>
                    </a:p>
                  </a:txBody>
                  <a:tcPr marT="0" marB="0" marR="68575" marL="68575" anchor="ctr"/>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Click on update button without email</a:t>
                      </a:r>
                      <a:endParaRPr sz="16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System will display validation message</a:t>
                      </a:r>
                      <a:endParaRPr sz="16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System display message like “All fields are required”</a:t>
                      </a:r>
                      <a:endParaRPr sz="16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Pass</a:t>
                      </a:r>
                      <a:endParaRPr sz="1600" u="none" cap="none" strike="noStrike">
                        <a:latin typeface="Times New Roman"/>
                        <a:ea typeface="Times New Roman"/>
                        <a:cs typeface="Times New Roman"/>
                        <a:sym typeface="Times New Roman"/>
                      </a:endParaRPr>
                    </a:p>
                  </a:txBody>
                  <a:tcPr marT="0" marB="0" marR="68575" marL="68575"/>
                </a:tc>
              </a:tr>
              <a:tr h="1219200">
                <a:tc vMerge="1"/>
                <a:tc vMerge="1"/>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Click on update button without phone number</a:t>
                      </a:r>
                      <a:endParaRPr sz="16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System will display validation message</a:t>
                      </a:r>
                      <a:endParaRPr sz="16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System display message like “All fields are required”</a:t>
                      </a:r>
                      <a:endParaRPr sz="16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Pass</a:t>
                      </a:r>
                      <a:endParaRPr sz="1600" u="none" cap="none" strike="noStrike">
                        <a:latin typeface="Times New Roman"/>
                        <a:ea typeface="Times New Roman"/>
                        <a:cs typeface="Times New Roman"/>
                        <a:sym typeface="Times New Roman"/>
                      </a:endParaRPr>
                    </a:p>
                  </a:txBody>
                  <a:tcPr marT="0" marB="0" marR="68575" marL="68575"/>
                </a:tc>
              </a:tr>
              <a:tr h="1219200">
                <a:tc vMerge="1"/>
                <a:tc vMerge="1"/>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Click on update button with invalid phone number</a:t>
                      </a:r>
                      <a:endParaRPr sz="16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System will display validation message</a:t>
                      </a:r>
                      <a:endParaRPr sz="16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System display message like “Enter valid phone number”</a:t>
                      </a:r>
                      <a:endParaRPr sz="16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Pass</a:t>
                      </a:r>
                      <a:endParaRPr sz="1600" u="none" cap="none" strike="noStrike">
                        <a:latin typeface="Times New Roman"/>
                        <a:ea typeface="Times New Roman"/>
                        <a:cs typeface="Times New Roman"/>
                        <a:sym typeface="Times New Roman"/>
                      </a:endParaRPr>
                    </a:p>
                  </a:txBody>
                  <a:tcPr marT="0" marB="0" marR="68575" marL="68575"/>
                </a:tc>
              </a:tr>
              <a:tr h="754275">
                <a:tc vMerge="1"/>
                <a:tc vMerge="1"/>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Click on update button with valid input data</a:t>
                      </a:r>
                      <a:endParaRPr sz="16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System will allow to update profile</a:t>
                      </a:r>
                      <a:endParaRPr sz="16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System display message like “User updated successfully”</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latin typeface="Times New Roman"/>
                          <a:ea typeface="Times New Roman"/>
                          <a:cs typeface="Times New Roman"/>
                          <a:sym typeface="Times New Roman"/>
                        </a:rPr>
                        <a:t>Pass</a:t>
                      </a:r>
                      <a:endParaRPr sz="1600" u="none" cap="none" strike="noStrike">
                        <a:latin typeface="Times New Roman"/>
                        <a:ea typeface="Times New Roman"/>
                        <a:cs typeface="Times New Roman"/>
                        <a:sym typeface="Times New Roman"/>
                      </a:endParaRPr>
                    </a:p>
                  </a:txBody>
                  <a:tcPr marT="0" marB="0" marR="68575" marL="68575"/>
                </a:tc>
              </a:tr>
            </a:tbl>
          </a:graphicData>
        </a:graphic>
      </p:graphicFrame>
      <p:pic>
        <p:nvPicPr>
          <p:cNvPr id="520" name="Google Shape;520;g3346804e54d_0_18011"/>
          <p:cNvPicPr preferRelativeResize="0"/>
          <p:nvPr/>
        </p:nvPicPr>
        <p:blipFill rotWithShape="1">
          <a:blip r:embed="rId3">
            <a:alphaModFix/>
          </a:blip>
          <a:srcRect b="0" l="0" r="0" t="0"/>
          <a:stretch/>
        </p:blipFill>
        <p:spPr>
          <a:xfrm>
            <a:off x="10115550" y="66675"/>
            <a:ext cx="1990726" cy="558114"/>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24" name="Shape 524"/>
        <p:cNvGrpSpPr/>
        <p:nvPr/>
      </p:nvGrpSpPr>
      <p:grpSpPr>
        <a:xfrm>
          <a:off x="0" y="0"/>
          <a:ext cx="0" cy="0"/>
          <a:chOff x="0" y="0"/>
          <a:chExt cx="0" cy="0"/>
        </a:xfrm>
      </p:grpSpPr>
      <p:sp>
        <p:nvSpPr>
          <p:cNvPr id="525" name="Google Shape;525;g3346804e54d_0_17552"/>
          <p:cNvSpPr txBox="1"/>
          <p:nvPr>
            <p:ph type="ctrTitle"/>
          </p:nvPr>
        </p:nvSpPr>
        <p:spPr>
          <a:xfrm>
            <a:off x="313183" y="228602"/>
            <a:ext cx="11574000" cy="533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2000"/>
              <a:buFont typeface="Times New Roman"/>
              <a:buNone/>
            </a:pPr>
            <a:r>
              <a:rPr b="1" lang="en-IN" sz="2000" u="sng">
                <a:latin typeface="Times New Roman"/>
                <a:ea typeface="Times New Roman"/>
                <a:cs typeface="Times New Roman"/>
                <a:sym typeface="Times New Roman"/>
              </a:rPr>
              <a:t>13. FUTURE ENHANCEMENT</a:t>
            </a:r>
            <a:endParaRPr sz="2000">
              <a:latin typeface="Times New Roman"/>
              <a:ea typeface="Times New Roman"/>
              <a:cs typeface="Times New Roman"/>
              <a:sym typeface="Times New Roman"/>
            </a:endParaRPr>
          </a:p>
        </p:txBody>
      </p:sp>
      <p:sp>
        <p:nvSpPr>
          <p:cNvPr id="526" name="Google Shape;526;g3346804e54d_0_17552"/>
          <p:cNvSpPr txBox="1"/>
          <p:nvPr>
            <p:ph idx="1" type="subTitle"/>
          </p:nvPr>
        </p:nvSpPr>
        <p:spPr>
          <a:xfrm>
            <a:off x="304800" y="990600"/>
            <a:ext cx="11582400" cy="4495800"/>
          </a:xfrm>
          <a:prstGeom prst="rect">
            <a:avLst/>
          </a:prstGeom>
          <a:noFill/>
          <a:ln>
            <a:noFill/>
          </a:ln>
        </p:spPr>
        <p:txBody>
          <a:bodyPr anchorCtr="0" anchor="t" bIns="45700" lIns="91425" spcFirstLastPara="1" rIns="91425" wrap="square" tIns="45700">
            <a:normAutofit/>
          </a:bodyPr>
          <a:lstStyle/>
          <a:p>
            <a:pPr indent="-285750" lvl="0" marL="285750" rtl="0" algn="l">
              <a:lnSpc>
                <a:spcPct val="150000"/>
              </a:lnSpc>
              <a:spcBef>
                <a:spcPts val="0"/>
              </a:spcBef>
              <a:spcAft>
                <a:spcPts val="0"/>
              </a:spcAft>
              <a:buClr>
                <a:schemeClr val="dk1"/>
              </a:buClr>
              <a:buSzPts val="1600"/>
              <a:buFont typeface="Noto Sans Symbols"/>
              <a:buChar char="⮚"/>
            </a:pPr>
            <a:r>
              <a:rPr lang="en-IN" sz="1600">
                <a:solidFill>
                  <a:schemeClr val="dk1"/>
                </a:solidFill>
                <a:latin typeface="Times New Roman"/>
                <a:ea typeface="Times New Roman"/>
                <a:cs typeface="Times New Roman"/>
                <a:sym typeface="Times New Roman"/>
              </a:rPr>
              <a:t>I will provide google authentication facility, so user can sign up through google account.</a:t>
            </a:r>
            <a:endParaRPr/>
          </a:p>
          <a:p>
            <a:pPr indent="-285750" lvl="0" marL="285750" rtl="0" algn="l">
              <a:lnSpc>
                <a:spcPct val="150000"/>
              </a:lnSpc>
              <a:spcBef>
                <a:spcPts val="320"/>
              </a:spcBef>
              <a:spcAft>
                <a:spcPts val="0"/>
              </a:spcAft>
              <a:buClr>
                <a:schemeClr val="dk1"/>
              </a:buClr>
              <a:buSzPts val="1600"/>
              <a:buFont typeface="Noto Sans Symbols"/>
              <a:buChar char="⮚"/>
            </a:pPr>
            <a:r>
              <a:rPr lang="en-IN" sz="1600">
                <a:solidFill>
                  <a:schemeClr val="dk1"/>
                </a:solidFill>
                <a:latin typeface="Times New Roman"/>
                <a:ea typeface="Times New Roman"/>
                <a:cs typeface="Times New Roman"/>
                <a:sym typeface="Times New Roman"/>
              </a:rPr>
              <a:t>Notification system like how many auctioneer and bidder are active on website. </a:t>
            </a:r>
            <a:endParaRPr/>
          </a:p>
          <a:p>
            <a:pPr indent="-285750" lvl="0" marL="285750" rtl="0" algn="l">
              <a:lnSpc>
                <a:spcPct val="150000"/>
              </a:lnSpc>
              <a:spcBef>
                <a:spcPts val="320"/>
              </a:spcBef>
              <a:spcAft>
                <a:spcPts val="0"/>
              </a:spcAft>
              <a:buClr>
                <a:schemeClr val="dk1"/>
              </a:buClr>
              <a:buSzPts val="1600"/>
              <a:buFont typeface="Noto Sans Symbols"/>
              <a:buChar char="⮚"/>
            </a:pPr>
            <a:r>
              <a:rPr lang="en-IN" sz="1600">
                <a:solidFill>
                  <a:schemeClr val="dk1"/>
                </a:solidFill>
                <a:latin typeface="Times New Roman"/>
                <a:ea typeface="Times New Roman"/>
                <a:cs typeface="Times New Roman"/>
                <a:sym typeface="Times New Roman"/>
              </a:rPr>
              <a:t>In future, I will provide the SMS and Email facility.</a:t>
            </a:r>
            <a:endParaRPr/>
          </a:p>
          <a:p>
            <a:pPr indent="-285750" lvl="0" marL="285750" rtl="0" algn="l">
              <a:lnSpc>
                <a:spcPct val="150000"/>
              </a:lnSpc>
              <a:spcBef>
                <a:spcPts val="320"/>
              </a:spcBef>
              <a:spcAft>
                <a:spcPts val="0"/>
              </a:spcAft>
              <a:buClr>
                <a:schemeClr val="dk1"/>
              </a:buClr>
              <a:buSzPts val="1600"/>
              <a:buFont typeface="Noto Sans Symbols"/>
              <a:buChar char="⮚"/>
            </a:pPr>
            <a:r>
              <a:rPr lang="en-IN" sz="1600">
                <a:solidFill>
                  <a:schemeClr val="dk1"/>
                </a:solidFill>
                <a:latin typeface="Times New Roman"/>
                <a:ea typeface="Times New Roman"/>
                <a:cs typeface="Times New Roman"/>
                <a:sym typeface="Times New Roman"/>
              </a:rPr>
              <a:t>I will make SEO Friendly website. </a:t>
            </a:r>
            <a:endParaRPr/>
          </a:p>
          <a:p>
            <a:pPr indent="-285750" lvl="0" marL="285750" rtl="0" algn="l">
              <a:lnSpc>
                <a:spcPct val="150000"/>
              </a:lnSpc>
              <a:spcBef>
                <a:spcPts val="320"/>
              </a:spcBef>
              <a:spcAft>
                <a:spcPts val="0"/>
              </a:spcAft>
              <a:buClr>
                <a:schemeClr val="dk1"/>
              </a:buClr>
              <a:buSzPts val="1600"/>
              <a:buFont typeface="Noto Sans Symbols"/>
              <a:buChar char="⮚"/>
            </a:pPr>
            <a:r>
              <a:rPr lang="en-IN" sz="1600">
                <a:solidFill>
                  <a:schemeClr val="dk1"/>
                </a:solidFill>
                <a:latin typeface="Times New Roman"/>
                <a:ea typeface="Times New Roman"/>
                <a:cs typeface="Times New Roman"/>
                <a:sym typeface="Times New Roman"/>
              </a:rPr>
              <a:t>I will provide ultimate and premium account facility so auctioneer and bidder will get more advantage.</a:t>
            </a:r>
            <a:endParaRPr/>
          </a:p>
          <a:p>
            <a:pPr indent="-184150" lvl="0" marL="285750" rtl="0" algn="l">
              <a:lnSpc>
                <a:spcPct val="150000"/>
              </a:lnSpc>
              <a:spcBef>
                <a:spcPts val="320"/>
              </a:spcBef>
              <a:spcAft>
                <a:spcPts val="0"/>
              </a:spcAft>
              <a:buClr>
                <a:srgbClr val="888888"/>
              </a:buClr>
              <a:buSzPts val="1600"/>
              <a:buFont typeface="Noto Sans Symbols"/>
              <a:buNone/>
            </a:pPr>
            <a:r>
              <a:t/>
            </a:r>
            <a:endParaRPr sz="1600">
              <a:solidFill>
                <a:schemeClr val="dk1"/>
              </a:solidFill>
              <a:latin typeface="Times New Roman"/>
              <a:ea typeface="Times New Roman"/>
              <a:cs typeface="Times New Roman"/>
              <a:sym typeface="Times New Roman"/>
            </a:endParaRPr>
          </a:p>
          <a:p>
            <a:pPr indent="0" lvl="0" marL="0" rtl="0" algn="l">
              <a:lnSpc>
                <a:spcPct val="100000"/>
              </a:lnSpc>
              <a:spcBef>
                <a:spcPts val="320"/>
              </a:spcBef>
              <a:spcAft>
                <a:spcPts val="0"/>
              </a:spcAft>
              <a:buClr>
                <a:srgbClr val="888888"/>
              </a:buClr>
              <a:buSzPts val="1600"/>
              <a:buNone/>
            </a:pPr>
            <a:r>
              <a:t/>
            </a:r>
            <a:endParaRPr sz="1600">
              <a:solidFill>
                <a:schemeClr val="dk1"/>
              </a:solidFill>
              <a:latin typeface="Times New Roman"/>
              <a:ea typeface="Times New Roman"/>
              <a:cs typeface="Times New Roman"/>
              <a:sym typeface="Times New Roman"/>
            </a:endParaRPr>
          </a:p>
        </p:txBody>
      </p:sp>
      <p:sp>
        <p:nvSpPr>
          <p:cNvPr id="527" name="Google Shape;527;g3346804e54d_0_17552"/>
          <p:cNvSpPr/>
          <p:nvPr>
            <p:ph idx="12" type="sldNum"/>
          </p:nvPr>
        </p:nvSpPr>
        <p:spPr>
          <a:xfrm>
            <a:off x="10799627" y="6492300"/>
            <a:ext cx="562500" cy="365700"/>
          </a:xfrm>
          <a:prstGeom prst="ellipse">
            <a:avLst/>
          </a:prstGeom>
          <a:solidFill>
            <a:srgbClr val="1D1D1D">
              <a:alpha val="69020"/>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pic>
        <p:nvPicPr>
          <p:cNvPr id="528" name="Google Shape;528;g3346804e54d_0_17552"/>
          <p:cNvPicPr preferRelativeResize="0"/>
          <p:nvPr/>
        </p:nvPicPr>
        <p:blipFill rotWithShape="1">
          <a:blip r:embed="rId3">
            <a:alphaModFix/>
          </a:blip>
          <a:srcRect b="0" l="0" r="0" t="0"/>
          <a:stretch/>
        </p:blipFill>
        <p:spPr>
          <a:xfrm>
            <a:off x="10115550" y="66675"/>
            <a:ext cx="1990726" cy="558114"/>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32" name="Shape 532"/>
        <p:cNvGrpSpPr/>
        <p:nvPr/>
      </p:nvGrpSpPr>
      <p:grpSpPr>
        <a:xfrm>
          <a:off x="0" y="0"/>
          <a:ext cx="0" cy="0"/>
          <a:chOff x="0" y="0"/>
          <a:chExt cx="0" cy="0"/>
        </a:xfrm>
      </p:grpSpPr>
      <p:sp>
        <p:nvSpPr>
          <p:cNvPr id="533" name="Google Shape;533;g3346804e54d_0_17713"/>
          <p:cNvSpPr txBox="1"/>
          <p:nvPr>
            <p:ph type="ctrTitle"/>
          </p:nvPr>
        </p:nvSpPr>
        <p:spPr>
          <a:xfrm>
            <a:off x="313183" y="228602"/>
            <a:ext cx="11574000" cy="533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2000"/>
              <a:buFont typeface="Times New Roman"/>
              <a:buNone/>
            </a:pPr>
            <a:r>
              <a:rPr b="1" lang="en-IN" sz="2000" u="sng">
                <a:latin typeface="Times New Roman"/>
                <a:ea typeface="Times New Roman"/>
                <a:cs typeface="Times New Roman"/>
                <a:sym typeface="Times New Roman"/>
              </a:rPr>
              <a:t>14. BIBLIOGRAPHY</a:t>
            </a:r>
            <a:endParaRPr sz="2000">
              <a:latin typeface="Times New Roman"/>
              <a:ea typeface="Times New Roman"/>
              <a:cs typeface="Times New Roman"/>
              <a:sym typeface="Times New Roman"/>
            </a:endParaRPr>
          </a:p>
        </p:txBody>
      </p:sp>
      <p:sp>
        <p:nvSpPr>
          <p:cNvPr id="534" name="Google Shape;534;g3346804e54d_0_17713"/>
          <p:cNvSpPr txBox="1"/>
          <p:nvPr>
            <p:ph idx="1" type="subTitle"/>
          </p:nvPr>
        </p:nvSpPr>
        <p:spPr>
          <a:xfrm>
            <a:off x="304800" y="990600"/>
            <a:ext cx="11582400" cy="5433300"/>
          </a:xfrm>
          <a:prstGeom prst="rect">
            <a:avLst/>
          </a:prstGeom>
          <a:noFill/>
          <a:ln>
            <a:noFill/>
          </a:ln>
        </p:spPr>
        <p:txBody>
          <a:bodyPr anchorCtr="0" anchor="t" bIns="45700" lIns="91425" spcFirstLastPara="1" rIns="91425" wrap="square" tIns="45700">
            <a:normAutofit/>
          </a:bodyPr>
          <a:lstStyle/>
          <a:p>
            <a:pPr indent="-285750" lvl="0" marL="285750" rtl="0" algn="l">
              <a:lnSpc>
                <a:spcPct val="150000"/>
              </a:lnSpc>
              <a:spcBef>
                <a:spcPts val="0"/>
              </a:spcBef>
              <a:spcAft>
                <a:spcPts val="0"/>
              </a:spcAft>
              <a:buClr>
                <a:schemeClr val="dk1"/>
              </a:buClr>
              <a:buSzPts val="1600"/>
              <a:buFont typeface="Noto Sans Symbols"/>
              <a:buChar char="⮚"/>
            </a:pPr>
            <a:r>
              <a:rPr lang="en-IN" sz="1600">
                <a:solidFill>
                  <a:schemeClr val="dk1"/>
                </a:solidFill>
                <a:latin typeface="Times New Roman"/>
                <a:ea typeface="Times New Roman"/>
                <a:cs typeface="Times New Roman"/>
                <a:sym typeface="Times New Roman"/>
              </a:rPr>
              <a:t>For developing this “ BIDDER’s POINT ” I have referred the following website: </a:t>
            </a:r>
            <a:endParaRPr/>
          </a:p>
          <a:p>
            <a:pPr indent="-285750" lvl="1" marL="742950" rtl="0" algn="l">
              <a:lnSpc>
                <a:spcPct val="150000"/>
              </a:lnSpc>
              <a:spcBef>
                <a:spcPts val="320"/>
              </a:spcBef>
              <a:spcAft>
                <a:spcPts val="0"/>
              </a:spcAft>
              <a:buClr>
                <a:schemeClr val="dk1"/>
              </a:buClr>
              <a:buSzPts val="1600"/>
              <a:buFont typeface="Noto Sans Symbols"/>
              <a:buChar char="⮚"/>
            </a:pPr>
            <a:r>
              <a:rPr lang="en-IN" sz="1600">
                <a:solidFill>
                  <a:schemeClr val="dk1"/>
                </a:solidFill>
                <a:latin typeface="Times New Roman"/>
                <a:ea typeface="Times New Roman"/>
                <a:cs typeface="Times New Roman"/>
                <a:sym typeface="Times New Roman"/>
              </a:rPr>
              <a:t>CSS framework (Bootstrap)</a:t>
            </a:r>
            <a:endParaRPr/>
          </a:p>
          <a:p>
            <a:pPr indent="-171450" lvl="2" marL="1085850" rtl="0" algn="l">
              <a:lnSpc>
                <a:spcPct val="150000"/>
              </a:lnSpc>
              <a:spcBef>
                <a:spcPts val="320"/>
              </a:spcBef>
              <a:spcAft>
                <a:spcPts val="0"/>
              </a:spcAft>
              <a:buClr>
                <a:srgbClr val="888888"/>
              </a:buClr>
              <a:buSzPts val="1600"/>
              <a:buFont typeface="Noto Sans Symbols"/>
              <a:buChar char="⮚"/>
            </a:pPr>
            <a:r>
              <a:rPr lang="en-IN" sz="1600" u="sng">
                <a:solidFill>
                  <a:schemeClr val="hlink"/>
                </a:solidFill>
                <a:latin typeface="Times New Roman"/>
                <a:ea typeface="Times New Roman"/>
                <a:cs typeface="Times New Roman"/>
                <a:sym typeface="Times New Roman"/>
                <a:hlinkClick r:id="rId3"/>
              </a:rPr>
              <a:t>https://getbootstrap.com/</a:t>
            </a:r>
            <a:endParaRPr sz="1600">
              <a:latin typeface="Times New Roman"/>
              <a:ea typeface="Times New Roman"/>
              <a:cs typeface="Times New Roman"/>
              <a:sym typeface="Times New Roman"/>
            </a:endParaRPr>
          </a:p>
          <a:p>
            <a:pPr indent="-285750" lvl="1" marL="742950" rtl="0" algn="l">
              <a:lnSpc>
                <a:spcPct val="150000"/>
              </a:lnSpc>
              <a:spcBef>
                <a:spcPts val="320"/>
              </a:spcBef>
              <a:spcAft>
                <a:spcPts val="0"/>
              </a:spcAft>
              <a:buClr>
                <a:schemeClr val="dk1"/>
              </a:buClr>
              <a:buSzPts val="1600"/>
              <a:buFont typeface="Noto Sans Symbols"/>
              <a:buChar char="⮚"/>
            </a:pPr>
            <a:r>
              <a:rPr lang="en-IN" sz="1600">
                <a:solidFill>
                  <a:schemeClr val="dk1"/>
                </a:solidFill>
                <a:latin typeface="Times New Roman"/>
                <a:ea typeface="Times New Roman"/>
                <a:cs typeface="Times New Roman"/>
                <a:sym typeface="Times New Roman"/>
              </a:rPr>
              <a:t>Website template with dashboard design</a:t>
            </a:r>
            <a:endParaRPr/>
          </a:p>
          <a:p>
            <a:pPr indent="-285750" lvl="2" marL="1200150" rtl="0" algn="l">
              <a:lnSpc>
                <a:spcPct val="150000"/>
              </a:lnSpc>
              <a:spcBef>
                <a:spcPts val="320"/>
              </a:spcBef>
              <a:spcAft>
                <a:spcPts val="0"/>
              </a:spcAft>
              <a:buClr>
                <a:srgbClr val="888888"/>
              </a:buClr>
              <a:buSzPts val="1600"/>
              <a:buFont typeface="Noto Sans Symbols"/>
              <a:buChar char="⮚"/>
            </a:pPr>
            <a:r>
              <a:rPr lang="en-IN" sz="1600" u="sng">
                <a:solidFill>
                  <a:schemeClr val="hlink"/>
                </a:solidFill>
                <a:latin typeface="Times New Roman"/>
                <a:ea typeface="Times New Roman"/>
                <a:cs typeface="Times New Roman"/>
                <a:sym typeface="Times New Roman"/>
                <a:hlinkClick r:id="rId4"/>
              </a:rPr>
              <a:t>https://themesberg.com/product/admin-dashboard/volt-bootstrap-5-dashboard</a:t>
            </a:r>
            <a:endParaRPr sz="1600">
              <a:latin typeface="Times New Roman"/>
              <a:ea typeface="Times New Roman"/>
              <a:cs typeface="Times New Roman"/>
              <a:sym typeface="Times New Roman"/>
            </a:endParaRPr>
          </a:p>
          <a:p>
            <a:pPr indent="-285750" lvl="1" marL="742950" rtl="0" algn="l">
              <a:lnSpc>
                <a:spcPct val="150000"/>
              </a:lnSpc>
              <a:spcBef>
                <a:spcPts val="320"/>
              </a:spcBef>
              <a:spcAft>
                <a:spcPts val="0"/>
              </a:spcAft>
              <a:buClr>
                <a:schemeClr val="dk1"/>
              </a:buClr>
              <a:buSzPts val="1600"/>
              <a:buFont typeface="Noto Sans Symbols"/>
              <a:buChar char="⮚"/>
            </a:pPr>
            <a:r>
              <a:rPr lang="en-IN" sz="1600">
                <a:solidFill>
                  <a:schemeClr val="dk1"/>
                </a:solidFill>
                <a:latin typeface="Times New Roman"/>
                <a:ea typeface="Times New Roman"/>
                <a:cs typeface="Times New Roman"/>
                <a:sym typeface="Times New Roman"/>
              </a:rPr>
              <a:t>Icons</a:t>
            </a:r>
            <a:endParaRPr/>
          </a:p>
          <a:p>
            <a:pPr indent="-285750" lvl="2" marL="1200150" rtl="0" algn="l">
              <a:lnSpc>
                <a:spcPct val="150000"/>
              </a:lnSpc>
              <a:spcBef>
                <a:spcPts val="320"/>
              </a:spcBef>
              <a:spcAft>
                <a:spcPts val="0"/>
              </a:spcAft>
              <a:buClr>
                <a:srgbClr val="888888"/>
              </a:buClr>
              <a:buSzPts val="1600"/>
              <a:buFont typeface="Noto Sans Symbols"/>
              <a:buChar char="⮚"/>
            </a:pPr>
            <a:r>
              <a:rPr lang="en-IN" sz="1600" u="sng">
                <a:solidFill>
                  <a:schemeClr val="hlink"/>
                </a:solidFill>
                <a:latin typeface="Times New Roman"/>
                <a:ea typeface="Times New Roman"/>
                <a:cs typeface="Times New Roman"/>
                <a:sym typeface="Times New Roman"/>
                <a:hlinkClick r:id="rId5"/>
              </a:rPr>
              <a:t>https://fontawesome.com/</a:t>
            </a:r>
            <a:endParaRPr sz="1600">
              <a:latin typeface="Times New Roman"/>
              <a:ea typeface="Times New Roman"/>
              <a:cs typeface="Times New Roman"/>
              <a:sym typeface="Times New Roman"/>
            </a:endParaRPr>
          </a:p>
          <a:p>
            <a:pPr indent="0" lvl="0" marL="0" rtl="0" algn="l">
              <a:lnSpc>
                <a:spcPct val="100000"/>
              </a:lnSpc>
              <a:spcBef>
                <a:spcPts val="320"/>
              </a:spcBef>
              <a:spcAft>
                <a:spcPts val="0"/>
              </a:spcAft>
              <a:buClr>
                <a:srgbClr val="888888"/>
              </a:buClr>
              <a:buSzPts val="1600"/>
              <a:buNone/>
            </a:pPr>
            <a:r>
              <a:t/>
            </a:r>
            <a:endParaRPr sz="1600">
              <a:solidFill>
                <a:schemeClr val="dk1"/>
              </a:solidFill>
              <a:latin typeface="Times New Roman"/>
              <a:ea typeface="Times New Roman"/>
              <a:cs typeface="Times New Roman"/>
              <a:sym typeface="Times New Roman"/>
            </a:endParaRPr>
          </a:p>
        </p:txBody>
      </p:sp>
      <p:sp>
        <p:nvSpPr>
          <p:cNvPr id="535" name="Google Shape;535;g3346804e54d_0_17713"/>
          <p:cNvSpPr/>
          <p:nvPr>
            <p:ph idx="12" type="sldNum"/>
          </p:nvPr>
        </p:nvSpPr>
        <p:spPr>
          <a:xfrm>
            <a:off x="10799627" y="6492300"/>
            <a:ext cx="562500" cy="365700"/>
          </a:xfrm>
          <a:prstGeom prst="ellipse">
            <a:avLst/>
          </a:prstGeom>
          <a:solidFill>
            <a:srgbClr val="1D1D1D">
              <a:alpha val="69020"/>
            </a:srgbClr>
          </a:solidFill>
          <a:ln>
            <a:noFill/>
          </a:ln>
        </p:spPr>
        <p:txBody>
          <a:bodyPr anchorCtr="0" anchor="ctr" bIns="45700" lIns="18275" spcFirstLastPara="1" rIns="18275" wrap="square" tIns="45700">
            <a:noAutofit/>
          </a:bodyPr>
          <a:lstStyle/>
          <a:p>
            <a:pPr indent="0" lvl="0" marL="0" rtl="0" algn="ctr">
              <a:lnSpc>
                <a:spcPct val="100000"/>
              </a:lnSpc>
              <a:spcBef>
                <a:spcPts val="0"/>
              </a:spcBef>
              <a:spcAft>
                <a:spcPts val="0"/>
              </a:spcAft>
              <a:buSzPts val="1100"/>
              <a:buNone/>
            </a:pPr>
            <a:fld id="{00000000-1234-1234-1234-123412341234}" type="slidenum">
              <a:rPr lang="en-IN"/>
              <a:t>‹#›</a:t>
            </a:fld>
            <a:endParaRPr/>
          </a:p>
        </p:txBody>
      </p:sp>
      <p:pic>
        <p:nvPicPr>
          <p:cNvPr id="536" name="Google Shape;536;g3346804e54d_0_17713"/>
          <p:cNvPicPr preferRelativeResize="0"/>
          <p:nvPr/>
        </p:nvPicPr>
        <p:blipFill rotWithShape="1">
          <a:blip r:embed="rId6">
            <a:alphaModFix/>
          </a:blip>
          <a:srcRect b="0" l="0" r="0" t="0"/>
          <a:stretch/>
        </p:blipFill>
        <p:spPr>
          <a:xfrm>
            <a:off x="10115550" y="66675"/>
            <a:ext cx="1990726" cy="558114"/>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40" name="Shape 540"/>
        <p:cNvGrpSpPr/>
        <p:nvPr/>
      </p:nvGrpSpPr>
      <p:grpSpPr>
        <a:xfrm>
          <a:off x="0" y="0"/>
          <a:ext cx="0" cy="0"/>
          <a:chOff x="0" y="0"/>
          <a:chExt cx="0" cy="0"/>
        </a:xfrm>
      </p:grpSpPr>
      <p:sp>
        <p:nvSpPr>
          <p:cNvPr id="541" name="Google Shape;541;g3346804e54d_0_17874"/>
          <p:cNvSpPr txBox="1"/>
          <p:nvPr>
            <p:ph type="title"/>
          </p:nvPr>
        </p:nvSpPr>
        <p:spPr>
          <a:xfrm>
            <a:off x="609600" y="2857500"/>
            <a:ext cx="109728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I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2020-09-07T10:12:37Z</dcterms:created>
  <dc:creator>Utsav Yagnik</dc:creator>
</cp:coreProperties>
</file>